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1" r:id="rId9"/>
    <p:sldId id="263" r:id="rId10"/>
    <p:sldId id="264" r:id="rId11"/>
    <p:sldId id="265" r:id="rId12"/>
    <p:sldId id="266" r:id="rId13"/>
    <p:sldId id="267" r:id="rId14"/>
    <p:sldId id="270" r:id="rId15"/>
    <p:sldId id="268" r:id="rId16"/>
    <p:sldId id="269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5CE5F24-F14A-42AE-8146-B1D5E29FB7E8}" v="33" dt="2026-08-24T05:54:53.71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486"/>
    <p:restoredTop sz="94610"/>
  </p:normalViewPr>
  <p:slideViewPr>
    <p:cSldViewPr snapToGrid="0" snapToObjects="1">
      <p:cViewPr>
        <p:scale>
          <a:sx n="90" d="100"/>
          <a:sy n="90" d="100"/>
        </p:scale>
        <p:origin x="660" y="55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omer Choresh" userId="3d58ada5e0e391e3" providerId="LiveId" clId="{C8DABF3B-42B2-48C5-B795-185D7F04B872}"/>
    <pc:docChg chg="undo redo custSel addSld modSld sldOrd">
      <pc:chgData name="Tomer Choresh" userId="3d58ada5e0e391e3" providerId="LiveId" clId="{C8DABF3B-42B2-48C5-B795-185D7F04B872}" dt="2026-08-24T05:56:34.906" v="2789" actId="20577"/>
      <pc:docMkLst>
        <pc:docMk/>
      </pc:docMkLst>
      <pc:sldChg chg="modSp mod">
        <pc:chgData name="Tomer Choresh" userId="3d58ada5e0e391e3" providerId="LiveId" clId="{C8DABF3B-42B2-48C5-B795-185D7F04B872}" dt="2026-08-24T03:26:25.237" v="2115" actId="20577"/>
        <pc:sldMkLst>
          <pc:docMk/>
          <pc:sldMk cId="0" sldId="257"/>
        </pc:sldMkLst>
        <pc:spChg chg="mod">
          <ac:chgData name="Tomer Choresh" userId="3d58ada5e0e391e3" providerId="LiveId" clId="{C8DABF3B-42B2-48C5-B795-185D7F04B872}" dt="2026-08-20T16:56:35.287" v="42" actId="20577"/>
          <ac:spMkLst>
            <pc:docMk/>
            <pc:sldMk cId="0" sldId="257"/>
            <ac:spMk id="3" creationId="{00000000-0000-0000-0000-000000000000}"/>
          </ac:spMkLst>
        </pc:spChg>
        <pc:spChg chg="mod">
          <ac:chgData name="Tomer Choresh" userId="3d58ada5e0e391e3" providerId="LiveId" clId="{C8DABF3B-42B2-48C5-B795-185D7F04B872}" dt="2026-08-24T03:26:25.237" v="2115" actId="20577"/>
          <ac:spMkLst>
            <pc:docMk/>
            <pc:sldMk cId="0" sldId="257"/>
            <ac:spMk id="7" creationId="{00000000-0000-0000-0000-000000000000}"/>
          </ac:spMkLst>
        </pc:spChg>
        <pc:spChg chg="mod">
          <ac:chgData name="Tomer Choresh" userId="3d58ada5e0e391e3" providerId="LiveId" clId="{C8DABF3B-42B2-48C5-B795-185D7F04B872}" dt="2026-08-24T03:26:19.113" v="2112" actId="20577"/>
          <ac:spMkLst>
            <pc:docMk/>
            <pc:sldMk cId="0" sldId="257"/>
            <ac:spMk id="11" creationId="{00000000-0000-0000-0000-000000000000}"/>
          </ac:spMkLst>
        </pc:spChg>
        <pc:spChg chg="mod">
          <ac:chgData name="Tomer Choresh" userId="3d58ada5e0e391e3" providerId="LiveId" clId="{C8DABF3B-42B2-48C5-B795-185D7F04B872}" dt="2026-08-24T03:26:00.997" v="2108" actId="20577"/>
          <ac:spMkLst>
            <pc:docMk/>
            <pc:sldMk cId="0" sldId="257"/>
            <ac:spMk id="23" creationId="{00000000-0000-0000-0000-000000000000}"/>
          </ac:spMkLst>
        </pc:spChg>
      </pc:sldChg>
      <pc:sldChg chg="addSp delSp modSp mod">
        <pc:chgData name="Tomer Choresh" userId="3d58ada5e0e391e3" providerId="LiveId" clId="{C8DABF3B-42B2-48C5-B795-185D7F04B872}" dt="2026-08-24T05:40:55.750" v="2598" actId="21"/>
        <pc:sldMkLst>
          <pc:docMk/>
          <pc:sldMk cId="0" sldId="258"/>
        </pc:sldMkLst>
        <pc:spChg chg="mod">
          <ac:chgData name="Tomer Choresh" userId="3d58ada5e0e391e3" providerId="LiveId" clId="{C8DABF3B-42B2-48C5-B795-185D7F04B872}" dt="2026-08-20T17:00:36.800" v="148" actId="20577"/>
          <ac:spMkLst>
            <pc:docMk/>
            <pc:sldMk cId="0" sldId="258"/>
            <ac:spMk id="2" creationId="{00000000-0000-0000-0000-000000000000}"/>
          </ac:spMkLst>
        </pc:spChg>
        <pc:spChg chg="mod">
          <ac:chgData name="Tomer Choresh" userId="3d58ada5e0e391e3" providerId="LiveId" clId="{C8DABF3B-42B2-48C5-B795-185D7F04B872}" dt="2026-08-20T16:57:21.456" v="46" actId="122"/>
          <ac:spMkLst>
            <pc:docMk/>
            <pc:sldMk cId="0" sldId="258"/>
            <ac:spMk id="7" creationId="{00000000-0000-0000-0000-000000000000}"/>
          </ac:spMkLst>
        </pc:spChg>
        <pc:spChg chg="mod">
          <ac:chgData name="Tomer Choresh" userId="3d58ada5e0e391e3" providerId="LiveId" clId="{C8DABF3B-42B2-48C5-B795-185D7F04B872}" dt="2026-08-20T16:57:26.357" v="47" actId="782"/>
          <ac:spMkLst>
            <pc:docMk/>
            <pc:sldMk cId="0" sldId="258"/>
            <ac:spMk id="12" creationId="{00000000-0000-0000-0000-000000000000}"/>
          </ac:spMkLst>
        </pc:spChg>
        <pc:spChg chg="mod">
          <ac:chgData name="Tomer Choresh" userId="3d58ada5e0e391e3" providerId="LiveId" clId="{C8DABF3B-42B2-48C5-B795-185D7F04B872}" dt="2026-08-20T16:58:04.748" v="68" actId="20577"/>
          <ac:spMkLst>
            <pc:docMk/>
            <pc:sldMk cId="0" sldId="258"/>
            <ac:spMk id="22" creationId="{00000000-0000-0000-0000-000000000000}"/>
          </ac:spMkLst>
        </pc:spChg>
        <pc:spChg chg="mod">
          <ac:chgData name="Tomer Choresh" userId="3d58ada5e0e391e3" providerId="LiveId" clId="{C8DABF3B-42B2-48C5-B795-185D7F04B872}" dt="2026-08-20T16:58:38.667" v="96" actId="20577"/>
          <ac:spMkLst>
            <pc:docMk/>
            <pc:sldMk cId="0" sldId="258"/>
            <ac:spMk id="23" creationId="{00000000-0000-0000-0000-000000000000}"/>
          </ac:spMkLst>
        </pc:spChg>
        <pc:spChg chg="add del mod">
          <ac:chgData name="Tomer Choresh" userId="3d58ada5e0e391e3" providerId="LiveId" clId="{C8DABF3B-42B2-48C5-B795-185D7F04B872}" dt="2026-08-24T05:40:55.750" v="2598" actId="21"/>
          <ac:spMkLst>
            <pc:docMk/>
            <pc:sldMk cId="0" sldId="258"/>
            <ac:spMk id="25" creationId="{15D8BE22-B71D-A9D4-C6B1-E94E7F950813}"/>
          </ac:spMkLst>
        </pc:spChg>
        <pc:spChg chg="add del mod">
          <ac:chgData name="Tomer Choresh" userId="3d58ada5e0e391e3" providerId="LiveId" clId="{C8DABF3B-42B2-48C5-B795-185D7F04B872}" dt="2026-08-24T05:40:55.750" v="2598" actId="21"/>
          <ac:spMkLst>
            <pc:docMk/>
            <pc:sldMk cId="0" sldId="258"/>
            <ac:spMk id="27" creationId="{9E8C03A9-6248-FA06-18B2-BC606683EFF2}"/>
          </ac:spMkLst>
        </pc:spChg>
        <pc:spChg chg="add del mod">
          <ac:chgData name="Tomer Choresh" userId="3d58ada5e0e391e3" providerId="LiveId" clId="{C8DABF3B-42B2-48C5-B795-185D7F04B872}" dt="2026-08-24T05:40:55.750" v="2598" actId="21"/>
          <ac:spMkLst>
            <pc:docMk/>
            <pc:sldMk cId="0" sldId="258"/>
            <ac:spMk id="29" creationId="{E1D8BB2B-5611-66D7-6668-6990DE4FE063}"/>
          </ac:spMkLst>
        </pc:spChg>
        <pc:spChg chg="add del mod">
          <ac:chgData name="Tomer Choresh" userId="3d58ada5e0e391e3" providerId="LiveId" clId="{C8DABF3B-42B2-48C5-B795-185D7F04B872}" dt="2026-08-24T05:40:55.750" v="2598" actId="21"/>
          <ac:spMkLst>
            <pc:docMk/>
            <pc:sldMk cId="0" sldId="258"/>
            <ac:spMk id="31" creationId="{14EBF4DA-13C7-9E0A-F205-BEB87AFF5A6C}"/>
          </ac:spMkLst>
        </pc:spChg>
        <pc:spChg chg="add del mod">
          <ac:chgData name="Tomer Choresh" userId="3d58ada5e0e391e3" providerId="LiveId" clId="{C8DABF3B-42B2-48C5-B795-185D7F04B872}" dt="2026-08-24T05:40:55.750" v="2598" actId="21"/>
          <ac:spMkLst>
            <pc:docMk/>
            <pc:sldMk cId="0" sldId="258"/>
            <ac:spMk id="33" creationId="{1AB53777-11EF-15B5-A302-A3B52E09C3EB}"/>
          </ac:spMkLst>
        </pc:spChg>
        <pc:spChg chg="add del mod">
          <ac:chgData name="Tomer Choresh" userId="3d58ada5e0e391e3" providerId="LiveId" clId="{C8DABF3B-42B2-48C5-B795-185D7F04B872}" dt="2026-08-24T05:40:55.750" v="2598" actId="21"/>
          <ac:spMkLst>
            <pc:docMk/>
            <pc:sldMk cId="0" sldId="258"/>
            <ac:spMk id="35" creationId="{9EBE805B-4578-627F-881B-A052DBF16146}"/>
          </ac:spMkLst>
        </pc:spChg>
        <pc:spChg chg="add del mod">
          <ac:chgData name="Tomer Choresh" userId="3d58ada5e0e391e3" providerId="LiveId" clId="{C8DABF3B-42B2-48C5-B795-185D7F04B872}" dt="2026-08-24T05:40:55.750" v="2598" actId="21"/>
          <ac:spMkLst>
            <pc:docMk/>
            <pc:sldMk cId="0" sldId="258"/>
            <ac:spMk id="37" creationId="{418A4683-550D-D7CF-3A32-1ADF6AE1C0CB}"/>
          </ac:spMkLst>
        </pc:spChg>
        <pc:spChg chg="add del mod">
          <ac:chgData name="Tomer Choresh" userId="3d58ada5e0e391e3" providerId="LiveId" clId="{C8DABF3B-42B2-48C5-B795-185D7F04B872}" dt="2026-08-24T05:40:55.750" v="2598" actId="21"/>
          <ac:spMkLst>
            <pc:docMk/>
            <pc:sldMk cId="0" sldId="258"/>
            <ac:spMk id="39" creationId="{7E6047D9-030D-3125-9051-44443BAA5201}"/>
          </ac:spMkLst>
        </pc:spChg>
      </pc:sldChg>
      <pc:sldChg chg="modSp mod">
        <pc:chgData name="Tomer Choresh" userId="3d58ada5e0e391e3" providerId="LiveId" clId="{C8DABF3B-42B2-48C5-B795-185D7F04B872}" dt="2026-08-24T05:18:03.134" v="2384" actId="108"/>
        <pc:sldMkLst>
          <pc:docMk/>
          <pc:sldMk cId="0" sldId="259"/>
        </pc:sldMkLst>
        <pc:spChg chg="mod">
          <ac:chgData name="Tomer Choresh" userId="3d58ada5e0e391e3" providerId="LiveId" clId="{C8DABF3B-42B2-48C5-B795-185D7F04B872}" dt="2026-08-20T17:00:20.983" v="142" actId="20577"/>
          <ac:spMkLst>
            <pc:docMk/>
            <pc:sldMk cId="0" sldId="259"/>
            <ac:spMk id="2" creationId="{00000000-0000-0000-0000-000000000000}"/>
          </ac:spMkLst>
        </pc:spChg>
        <pc:spChg chg="mod">
          <ac:chgData name="Tomer Choresh" userId="3d58ada5e0e391e3" providerId="LiveId" clId="{C8DABF3B-42B2-48C5-B795-185D7F04B872}" dt="2026-08-24T05:18:03.134" v="2384" actId="108"/>
          <ac:spMkLst>
            <pc:docMk/>
            <pc:sldMk cId="0" sldId="259"/>
            <ac:spMk id="5" creationId="{00000000-0000-0000-0000-000000000000}"/>
          </ac:spMkLst>
        </pc:spChg>
        <pc:spChg chg="mod">
          <ac:chgData name="Tomer Choresh" userId="3d58ada5e0e391e3" providerId="LiveId" clId="{C8DABF3B-42B2-48C5-B795-185D7F04B872}" dt="2026-08-20T16:58:51.179" v="97" actId="20577"/>
          <ac:spMkLst>
            <pc:docMk/>
            <pc:sldMk cId="0" sldId="259"/>
            <ac:spMk id="7" creationId="{00000000-0000-0000-0000-000000000000}"/>
          </ac:spMkLst>
        </pc:spChg>
        <pc:spChg chg="mod">
          <ac:chgData name="Tomer Choresh" userId="3d58ada5e0e391e3" providerId="LiveId" clId="{C8DABF3B-42B2-48C5-B795-185D7F04B872}" dt="2026-08-20T16:58:57.387" v="101" actId="20577"/>
          <ac:spMkLst>
            <pc:docMk/>
            <pc:sldMk cId="0" sldId="259"/>
            <ac:spMk id="8" creationId="{00000000-0000-0000-0000-000000000000}"/>
          </ac:spMkLst>
        </pc:spChg>
        <pc:spChg chg="mod">
          <ac:chgData name="Tomer Choresh" userId="3d58ada5e0e391e3" providerId="LiveId" clId="{C8DABF3B-42B2-48C5-B795-185D7F04B872}" dt="2026-08-20T16:59:13.652" v="122" actId="20577"/>
          <ac:spMkLst>
            <pc:docMk/>
            <pc:sldMk cId="0" sldId="259"/>
            <ac:spMk id="9" creationId="{00000000-0000-0000-0000-000000000000}"/>
          </ac:spMkLst>
        </pc:spChg>
        <pc:spChg chg="mod">
          <ac:chgData name="Tomer Choresh" userId="3d58ada5e0e391e3" providerId="LiveId" clId="{C8DABF3B-42B2-48C5-B795-185D7F04B872}" dt="2026-08-20T16:59:23.237" v="130" actId="20577"/>
          <ac:spMkLst>
            <pc:docMk/>
            <pc:sldMk cId="0" sldId="259"/>
            <ac:spMk id="10" creationId="{00000000-0000-0000-0000-000000000000}"/>
          </ac:spMkLst>
        </pc:spChg>
        <pc:spChg chg="mod">
          <ac:chgData name="Tomer Choresh" userId="3d58ada5e0e391e3" providerId="LiveId" clId="{C8DABF3B-42B2-48C5-B795-185D7F04B872}" dt="2026-08-20T16:59:32.127" v="138" actId="20577"/>
          <ac:spMkLst>
            <pc:docMk/>
            <pc:sldMk cId="0" sldId="259"/>
            <ac:spMk id="11" creationId="{00000000-0000-0000-0000-000000000000}"/>
          </ac:spMkLst>
        </pc:spChg>
        <pc:spChg chg="mod">
          <ac:chgData name="Tomer Choresh" userId="3d58ada5e0e391e3" providerId="LiveId" clId="{C8DABF3B-42B2-48C5-B795-185D7F04B872}" dt="2026-08-24T03:32:34.323" v="2144" actId="20577"/>
          <ac:spMkLst>
            <pc:docMk/>
            <pc:sldMk cId="0" sldId="259"/>
            <ac:spMk id="13" creationId="{00000000-0000-0000-0000-000000000000}"/>
          </ac:spMkLst>
        </pc:spChg>
      </pc:sldChg>
      <pc:sldChg chg="modSp mod">
        <pc:chgData name="Tomer Choresh" userId="3d58ada5e0e391e3" providerId="LiveId" clId="{C8DABF3B-42B2-48C5-B795-185D7F04B872}" dt="2026-08-24T03:28:16.684" v="2125" actId="2711"/>
        <pc:sldMkLst>
          <pc:docMk/>
          <pc:sldMk cId="0" sldId="260"/>
        </pc:sldMkLst>
        <pc:spChg chg="mod">
          <ac:chgData name="Tomer Choresh" userId="3d58ada5e0e391e3" providerId="LiveId" clId="{C8DABF3B-42B2-48C5-B795-185D7F04B872}" dt="2026-08-24T03:28:16.684" v="2125" actId="2711"/>
          <ac:spMkLst>
            <pc:docMk/>
            <pc:sldMk cId="0" sldId="260"/>
            <ac:spMk id="2" creationId="{00000000-0000-0000-0000-000000000000}"/>
          </ac:spMkLst>
        </pc:spChg>
      </pc:sldChg>
      <pc:sldChg chg="modSp mod">
        <pc:chgData name="Tomer Choresh" userId="3d58ada5e0e391e3" providerId="LiveId" clId="{C8DABF3B-42B2-48C5-B795-185D7F04B872}" dt="2026-08-24T05:18:57.343" v="2430" actId="20577"/>
        <pc:sldMkLst>
          <pc:docMk/>
          <pc:sldMk cId="0" sldId="261"/>
        </pc:sldMkLst>
        <pc:spChg chg="mod">
          <ac:chgData name="Tomer Choresh" userId="3d58ada5e0e391e3" providerId="LiveId" clId="{C8DABF3B-42B2-48C5-B795-185D7F04B872}" dt="2026-08-24T05:18:57.343" v="2430" actId="20577"/>
          <ac:spMkLst>
            <pc:docMk/>
            <pc:sldMk cId="0" sldId="261"/>
            <ac:spMk id="9" creationId="{00000000-0000-0000-0000-000000000000}"/>
          </ac:spMkLst>
        </pc:spChg>
      </pc:sldChg>
      <pc:sldChg chg="modSp mod">
        <pc:chgData name="Tomer Choresh" userId="3d58ada5e0e391e3" providerId="LiveId" clId="{C8DABF3B-42B2-48C5-B795-185D7F04B872}" dt="2026-08-20T17:05:15.505" v="275" actId="20577"/>
        <pc:sldMkLst>
          <pc:docMk/>
          <pc:sldMk cId="0" sldId="262"/>
        </pc:sldMkLst>
        <pc:spChg chg="mod">
          <ac:chgData name="Tomer Choresh" userId="3d58ada5e0e391e3" providerId="LiveId" clId="{C8DABF3B-42B2-48C5-B795-185D7F04B872}" dt="2026-08-20T17:04:21.093" v="261" actId="20577"/>
          <ac:spMkLst>
            <pc:docMk/>
            <pc:sldMk cId="0" sldId="262"/>
            <ac:spMk id="2" creationId="{00000000-0000-0000-0000-000000000000}"/>
          </ac:spMkLst>
        </pc:spChg>
        <pc:spChg chg="mod">
          <ac:chgData name="Tomer Choresh" userId="3d58ada5e0e391e3" providerId="LiveId" clId="{C8DABF3B-42B2-48C5-B795-185D7F04B872}" dt="2026-08-20T17:05:08.706" v="269" actId="20577"/>
          <ac:spMkLst>
            <pc:docMk/>
            <pc:sldMk cId="0" sldId="262"/>
            <ac:spMk id="7" creationId="{00000000-0000-0000-0000-000000000000}"/>
          </ac:spMkLst>
        </pc:spChg>
        <pc:spChg chg="mod">
          <ac:chgData name="Tomer Choresh" userId="3d58ada5e0e391e3" providerId="LiveId" clId="{C8DABF3B-42B2-48C5-B795-185D7F04B872}" dt="2026-08-20T17:05:09.686" v="270" actId="20577"/>
          <ac:spMkLst>
            <pc:docMk/>
            <pc:sldMk cId="0" sldId="262"/>
            <ac:spMk id="8" creationId="{00000000-0000-0000-0000-000000000000}"/>
          </ac:spMkLst>
        </pc:spChg>
        <pc:spChg chg="mod">
          <ac:chgData name="Tomer Choresh" userId="3d58ada5e0e391e3" providerId="LiveId" clId="{C8DABF3B-42B2-48C5-B795-185D7F04B872}" dt="2026-08-20T17:05:11.818" v="271" actId="20577"/>
          <ac:spMkLst>
            <pc:docMk/>
            <pc:sldMk cId="0" sldId="262"/>
            <ac:spMk id="9" creationId="{00000000-0000-0000-0000-000000000000}"/>
          </ac:spMkLst>
        </pc:spChg>
        <pc:spChg chg="mod">
          <ac:chgData name="Tomer Choresh" userId="3d58ada5e0e391e3" providerId="LiveId" clId="{C8DABF3B-42B2-48C5-B795-185D7F04B872}" dt="2026-08-20T17:05:12.819" v="272" actId="20577"/>
          <ac:spMkLst>
            <pc:docMk/>
            <pc:sldMk cId="0" sldId="262"/>
            <ac:spMk id="10" creationId="{00000000-0000-0000-0000-000000000000}"/>
          </ac:spMkLst>
        </pc:spChg>
        <pc:spChg chg="mod">
          <ac:chgData name="Tomer Choresh" userId="3d58ada5e0e391e3" providerId="LiveId" clId="{C8DABF3B-42B2-48C5-B795-185D7F04B872}" dt="2026-08-20T17:05:14.605" v="274" actId="20577"/>
          <ac:spMkLst>
            <pc:docMk/>
            <pc:sldMk cId="0" sldId="262"/>
            <ac:spMk id="11" creationId="{00000000-0000-0000-0000-000000000000}"/>
          </ac:spMkLst>
        </pc:spChg>
        <pc:spChg chg="mod">
          <ac:chgData name="Tomer Choresh" userId="3d58ada5e0e391e3" providerId="LiveId" clId="{C8DABF3B-42B2-48C5-B795-185D7F04B872}" dt="2026-08-20T17:05:15.505" v="275" actId="20577"/>
          <ac:spMkLst>
            <pc:docMk/>
            <pc:sldMk cId="0" sldId="262"/>
            <ac:spMk id="12" creationId="{00000000-0000-0000-0000-000000000000}"/>
          </ac:spMkLst>
        </pc:spChg>
        <pc:spChg chg="mod">
          <ac:chgData name="Tomer Choresh" userId="3d58ada5e0e391e3" providerId="LiveId" clId="{C8DABF3B-42B2-48C5-B795-185D7F04B872}" dt="2026-08-20T17:04:52.669" v="268" actId="20577"/>
          <ac:spMkLst>
            <pc:docMk/>
            <pc:sldMk cId="0" sldId="262"/>
            <ac:spMk id="14" creationId="{00000000-0000-0000-0000-000000000000}"/>
          </ac:spMkLst>
        </pc:spChg>
      </pc:sldChg>
      <pc:sldChg chg="addSp modSp mod">
        <pc:chgData name="Tomer Choresh" userId="3d58ada5e0e391e3" providerId="LiveId" clId="{C8DABF3B-42B2-48C5-B795-185D7F04B872}" dt="2026-08-24T05:56:19.148" v="2772" actId="20577"/>
        <pc:sldMkLst>
          <pc:docMk/>
          <pc:sldMk cId="0" sldId="263"/>
        </pc:sldMkLst>
        <pc:spChg chg="mod">
          <ac:chgData name="Tomer Choresh" userId="3d58ada5e0e391e3" providerId="LiveId" clId="{C8DABF3B-42B2-48C5-B795-185D7F04B872}" dt="2026-08-24T05:23:33.260" v="2431" actId="164"/>
          <ac:spMkLst>
            <pc:docMk/>
            <pc:sldMk cId="0" sldId="263"/>
            <ac:spMk id="4" creationId="{00000000-0000-0000-0000-000000000000}"/>
          </ac:spMkLst>
        </pc:spChg>
        <pc:spChg chg="mod">
          <ac:chgData name="Tomer Choresh" userId="3d58ada5e0e391e3" providerId="LiveId" clId="{C8DABF3B-42B2-48C5-B795-185D7F04B872}" dt="2026-08-24T05:23:33.260" v="2431" actId="164"/>
          <ac:spMkLst>
            <pc:docMk/>
            <pc:sldMk cId="0" sldId="263"/>
            <ac:spMk id="5" creationId="{00000000-0000-0000-0000-000000000000}"/>
          </ac:spMkLst>
        </pc:spChg>
        <pc:spChg chg="mod">
          <ac:chgData name="Tomer Choresh" userId="3d58ada5e0e391e3" providerId="LiveId" clId="{C8DABF3B-42B2-48C5-B795-185D7F04B872}" dt="2026-08-24T05:23:33.260" v="2431" actId="164"/>
          <ac:spMkLst>
            <pc:docMk/>
            <pc:sldMk cId="0" sldId="263"/>
            <ac:spMk id="6" creationId="{00000000-0000-0000-0000-000000000000}"/>
          </ac:spMkLst>
        </pc:spChg>
        <pc:spChg chg="mod">
          <ac:chgData name="Tomer Choresh" userId="3d58ada5e0e391e3" providerId="LiveId" clId="{C8DABF3B-42B2-48C5-B795-185D7F04B872}" dt="2026-08-24T05:23:33.260" v="2431" actId="164"/>
          <ac:spMkLst>
            <pc:docMk/>
            <pc:sldMk cId="0" sldId="263"/>
            <ac:spMk id="7" creationId="{00000000-0000-0000-0000-000000000000}"/>
          </ac:spMkLst>
        </pc:spChg>
        <pc:spChg chg="mod">
          <ac:chgData name="Tomer Choresh" userId="3d58ada5e0e391e3" providerId="LiveId" clId="{C8DABF3B-42B2-48C5-B795-185D7F04B872}" dt="2026-08-24T05:23:33.260" v="2431" actId="164"/>
          <ac:spMkLst>
            <pc:docMk/>
            <pc:sldMk cId="0" sldId="263"/>
            <ac:spMk id="8" creationId="{00000000-0000-0000-0000-000000000000}"/>
          </ac:spMkLst>
        </pc:spChg>
        <pc:spChg chg="mod">
          <ac:chgData name="Tomer Choresh" userId="3d58ada5e0e391e3" providerId="LiveId" clId="{C8DABF3B-42B2-48C5-B795-185D7F04B872}" dt="2026-08-24T05:23:39.612" v="2432" actId="164"/>
          <ac:spMkLst>
            <pc:docMk/>
            <pc:sldMk cId="0" sldId="263"/>
            <ac:spMk id="9" creationId="{00000000-0000-0000-0000-000000000000}"/>
          </ac:spMkLst>
        </pc:spChg>
        <pc:spChg chg="mod">
          <ac:chgData name="Tomer Choresh" userId="3d58ada5e0e391e3" providerId="LiveId" clId="{C8DABF3B-42B2-48C5-B795-185D7F04B872}" dt="2026-08-24T05:23:39.612" v="2432" actId="164"/>
          <ac:spMkLst>
            <pc:docMk/>
            <pc:sldMk cId="0" sldId="263"/>
            <ac:spMk id="10" creationId="{00000000-0000-0000-0000-000000000000}"/>
          </ac:spMkLst>
        </pc:spChg>
        <pc:spChg chg="mod">
          <ac:chgData name="Tomer Choresh" userId="3d58ada5e0e391e3" providerId="LiveId" clId="{C8DABF3B-42B2-48C5-B795-185D7F04B872}" dt="2026-08-24T05:23:39.612" v="2432" actId="164"/>
          <ac:spMkLst>
            <pc:docMk/>
            <pc:sldMk cId="0" sldId="263"/>
            <ac:spMk id="11" creationId="{00000000-0000-0000-0000-000000000000}"/>
          </ac:spMkLst>
        </pc:spChg>
        <pc:spChg chg="mod">
          <ac:chgData name="Tomer Choresh" userId="3d58ada5e0e391e3" providerId="LiveId" clId="{C8DABF3B-42B2-48C5-B795-185D7F04B872}" dt="2026-08-24T05:23:39.612" v="2432" actId="164"/>
          <ac:spMkLst>
            <pc:docMk/>
            <pc:sldMk cId="0" sldId="263"/>
            <ac:spMk id="12" creationId="{00000000-0000-0000-0000-000000000000}"/>
          </ac:spMkLst>
        </pc:spChg>
        <pc:spChg chg="mod">
          <ac:chgData name="Tomer Choresh" userId="3d58ada5e0e391e3" providerId="LiveId" clId="{C8DABF3B-42B2-48C5-B795-185D7F04B872}" dt="2026-08-24T05:23:39.612" v="2432" actId="164"/>
          <ac:spMkLst>
            <pc:docMk/>
            <pc:sldMk cId="0" sldId="263"/>
            <ac:spMk id="13" creationId="{00000000-0000-0000-0000-000000000000}"/>
          </ac:spMkLst>
        </pc:spChg>
        <pc:spChg chg="mod">
          <ac:chgData name="Tomer Choresh" userId="3d58ada5e0e391e3" providerId="LiveId" clId="{C8DABF3B-42B2-48C5-B795-185D7F04B872}" dt="2026-08-24T05:23:45.155" v="2433" actId="164"/>
          <ac:spMkLst>
            <pc:docMk/>
            <pc:sldMk cId="0" sldId="263"/>
            <ac:spMk id="14" creationId="{00000000-0000-0000-0000-000000000000}"/>
          </ac:spMkLst>
        </pc:spChg>
        <pc:spChg chg="mod">
          <ac:chgData name="Tomer Choresh" userId="3d58ada5e0e391e3" providerId="LiveId" clId="{C8DABF3B-42B2-48C5-B795-185D7F04B872}" dt="2026-08-24T05:23:45.155" v="2433" actId="164"/>
          <ac:spMkLst>
            <pc:docMk/>
            <pc:sldMk cId="0" sldId="263"/>
            <ac:spMk id="15" creationId="{00000000-0000-0000-0000-000000000000}"/>
          </ac:spMkLst>
        </pc:spChg>
        <pc:spChg chg="mod">
          <ac:chgData name="Tomer Choresh" userId="3d58ada5e0e391e3" providerId="LiveId" clId="{C8DABF3B-42B2-48C5-B795-185D7F04B872}" dt="2026-08-24T05:23:45.155" v="2433" actId="164"/>
          <ac:spMkLst>
            <pc:docMk/>
            <pc:sldMk cId="0" sldId="263"/>
            <ac:spMk id="16" creationId="{00000000-0000-0000-0000-000000000000}"/>
          </ac:spMkLst>
        </pc:spChg>
        <pc:spChg chg="mod">
          <ac:chgData name="Tomer Choresh" userId="3d58ada5e0e391e3" providerId="LiveId" clId="{C8DABF3B-42B2-48C5-B795-185D7F04B872}" dt="2026-08-24T05:23:45.155" v="2433" actId="164"/>
          <ac:spMkLst>
            <pc:docMk/>
            <pc:sldMk cId="0" sldId="263"/>
            <ac:spMk id="17" creationId="{00000000-0000-0000-0000-000000000000}"/>
          </ac:spMkLst>
        </pc:spChg>
        <pc:spChg chg="mod">
          <ac:chgData name="Tomer Choresh" userId="3d58ada5e0e391e3" providerId="LiveId" clId="{C8DABF3B-42B2-48C5-B795-185D7F04B872}" dt="2026-08-24T05:23:45.155" v="2433" actId="164"/>
          <ac:spMkLst>
            <pc:docMk/>
            <pc:sldMk cId="0" sldId="263"/>
            <ac:spMk id="18" creationId="{00000000-0000-0000-0000-000000000000}"/>
          </ac:spMkLst>
        </pc:spChg>
        <pc:spChg chg="mod">
          <ac:chgData name="Tomer Choresh" userId="3d58ada5e0e391e3" providerId="LiveId" clId="{C8DABF3B-42B2-48C5-B795-185D7F04B872}" dt="2026-08-24T05:56:19.148" v="2772" actId="20577"/>
          <ac:spMkLst>
            <pc:docMk/>
            <pc:sldMk cId="0" sldId="263"/>
            <ac:spMk id="19" creationId="{00000000-0000-0000-0000-000000000000}"/>
          </ac:spMkLst>
        </pc:spChg>
        <pc:grpChg chg="add mod">
          <ac:chgData name="Tomer Choresh" userId="3d58ada5e0e391e3" providerId="LiveId" clId="{C8DABF3B-42B2-48C5-B795-185D7F04B872}" dt="2026-08-24T05:24:18.465" v="2438" actId="554"/>
          <ac:grpSpMkLst>
            <pc:docMk/>
            <pc:sldMk cId="0" sldId="263"/>
            <ac:grpSpMk id="20" creationId="{FE376DCB-F012-1097-F8CB-1E66C5626268}"/>
          </ac:grpSpMkLst>
        </pc:grpChg>
        <pc:grpChg chg="add mod">
          <ac:chgData name="Tomer Choresh" userId="3d58ada5e0e391e3" providerId="LiveId" clId="{C8DABF3B-42B2-48C5-B795-185D7F04B872}" dt="2026-08-24T05:24:18.465" v="2438" actId="554"/>
          <ac:grpSpMkLst>
            <pc:docMk/>
            <pc:sldMk cId="0" sldId="263"/>
            <ac:grpSpMk id="21" creationId="{6D1422BF-CE42-8DF5-FDF1-A147F5D5CE5F}"/>
          </ac:grpSpMkLst>
        </pc:grpChg>
        <pc:grpChg chg="add mod">
          <ac:chgData name="Tomer Choresh" userId="3d58ada5e0e391e3" providerId="LiveId" clId="{C8DABF3B-42B2-48C5-B795-185D7F04B872}" dt="2026-08-24T05:24:18.465" v="2438" actId="554"/>
          <ac:grpSpMkLst>
            <pc:docMk/>
            <pc:sldMk cId="0" sldId="263"/>
            <ac:grpSpMk id="22" creationId="{98E32280-5C90-BA78-5139-F4B13AB423E0}"/>
          </ac:grpSpMkLst>
        </pc:grpChg>
      </pc:sldChg>
      <pc:sldChg chg="addSp delSp modSp mod">
        <pc:chgData name="Tomer Choresh" userId="3d58ada5e0e391e3" providerId="LiveId" clId="{C8DABF3B-42B2-48C5-B795-185D7F04B872}" dt="2026-08-24T05:56:22.838" v="2774" actId="20577"/>
        <pc:sldMkLst>
          <pc:docMk/>
          <pc:sldMk cId="0" sldId="264"/>
        </pc:sldMkLst>
        <pc:spChg chg="mod">
          <ac:chgData name="Tomer Choresh" userId="3d58ada5e0e391e3" providerId="LiveId" clId="{C8DABF3B-42B2-48C5-B795-185D7F04B872}" dt="2026-08-20T17:13:06.665" v="470" actId="20577"/>
          <ac:spMkLst>
            <pc:docMk/>
            <pc:sldMk cId="0" sldId="264"/>
            <ac:spMk id="2" creationId="{00000000-0000-0000-0000-000000000000}"/>
          </ac:spMkLst>
        </pc:spChg>
        <pc:spChg chg="mod">
          <ac:chgData name="Tomer Choresh" userId="3d58ada5e0e391e3" providerId="LiveId" clId="{C8DABF3B-42B2-48C5-B795-185D7F04B872}" dt="2026-08-21T11:44:32.376" v="1280" actId="20577"/>
          <ac:spMkLst>
            <pc:docMk/>
            <pc:sldMk cId="0" sldId="264"/>
            <ac:spMk id="3" creationId="{00000000-0000-0000-0000-000000000000}"/>
          </ac:spMkLst>
        </pc:spChg>
        <pc:spChg chg="mod">
          <ac:chgData name="Tomer Choresh" userId="3d58ada5e0e391e3" providerId="LiveId" clId="{C8DABF3B-42B2-48C5-B795-185D7F04B872}" dt="2026-08-24T04:42:23.497" v="2145" actId="20577"/>
          <ac:spMkLst>
            <pc:docMk/>
            <pc:sldMk cId="0" sldId="264"/>
            <ac:spMk id="6" creationId="{00000000-0000-0000-0000-000000000000}"/>
          </ac:spMkLst>
        </pc:spChg>
        <pc:spChg chg="mod">
          <ac:chgData name="Tomer Choresh" userId="3d58ada5e0e391e3" providerId="LiveId" clId="{C8DABF3B-42B2-48C5-B795-185D7F04B872}" dt="2026-08-24T04:43:30.213" v="2188" actId="20577"/>
          <ac:spMkLst>
            <pc:docMk/>
            <pc:sldMk cId="0" sldId="264"/>
            <ac:spMk id="8" creationId="{00000000-0000-0000-0000-000000000000}"/>
          </ac:spMkLst>
        </pc:spChg>
        <pc:spChg chg="mod">
          <ac:chgData name="Tomer Choresh" userId="3d58ada5e0e391e3" providerId="LiveId" clId="{C8DABF3B-42B2-48C5-B795-185D7F04B872}" dt="2026-08-21T11:28:39.116" v="1177" actId="1036"/>
          <ac:spMkLst>
            <pc:docMk/>
            <pc:sldMk cId="0" sldId="264"/>
            <ac:spMk id="9" creationId="{00000000-0000-0000-0000-000000000000}"/>
          </ac:spMkLst>
        </pc:spChg>
        <pc:spChg chg="mod">
          <ac:chgData name="Tomer Choresh" userId="3d58ada5e0e391e3" providerId="LiveId" clId="{C8DABF3B-42B2-48C5-B795-185D7F04B872}" dt="2026-08-21T11:49:21.391" v="1633" actId="20577"/>
          <ac:spMkLst>
            <pc:docMk/>
            <pc:sldMk cId="0" sldId="264"/>
            <ac:spMk id="10" creationId="{00000000-0000-0000-0000-000000000000}"/>
          </ac:spMkLst>
        </pc:spChg>
        <pc:spChg chg="mod">
          <ac:chgData name="Tomer Choresh" userId="3d58ada5e0e391e3" providerId="LiveId" clId="{C8DABF3B-42B2-48C5-B795-185D7F04B872}" dt="2026-08-24T05:56:22.838" v="2774" actId="20577"/>
          <ac:spMkLst>
            <pc:docMk/>
            <pc:sldMk cId="0" sldId="264"/>
            <ac:spMk id="11" creationId="{00000000-0000-0000-0000-000000000000}"/>
          </ac:spMkLst>
        </pc:spChg>
        <pc:picChg chg="add mod">
          <ac:chgData name="Tomer Choresh" userId="3d58ada5e0e391e3" providerId="LiveId" clId="{C8DABF3B-42B2-48C5-B795-185D7F04B872}" dt="2026-08-24T04:46:16.737" v="2200" actId="14861"/>
          <ac:picMkLst>
            <pc:docMk/>
            <pc:sldMk cId="0" sldId="264"/>
            <ac:picMk id="12" creationId="{5CEC97B1-61AA-5E7E-5527-856D13CC1522}"/>
          </ac:picMkLst>
        </pc:picChg>
        <pc:picChg chg="add del mod">
          <ac:chgData name="Tomer Choresh" userId="3d58ada5e0e391e3" providerId="LiveId" clId="{C8DABF3B-42B2-48C5-B795-185D7F04B872}" dt="2026-08-24T04:44:05.189" v="2192" actId="478"/>
          <ac:picMkLst>
            <pc:docMk/>
            <pc:sldMk cId="0" sldId="264"/>
            <ac:picMk id="18" creationId="{60683231-87C4-CDD6-2594-229BDF6AFDF0}"/>
          </ac:picMkLst>
        </pc:picChg>
      </pc:sldChg>
      <pc:sldChg chg="addSp delSp modSp mod">
        <pc:chgData name="Tomer Choresh" userId="3d58ada5e0e391e3" providerId="LiveId" clId="{C8DABF3B-42B2-48C5-B795-185D7F04B872}" dt="2026-08-24T05:56:25.208" v="2776" actId="20577"/>
        <pc:sldMkLst>
          <pc:docMk/>
          <pc:sldMk cId="0" sldId="265"/>
        </pc:sldMkLst>
        <pc:spChg chg="mod">
          <ac:chgData name="Tomer Choresh" userId="3d58ada5e0e391e3" providerId="LiveId" clId="{C8DABF3B-42B2-48C5-B795-185D7F04B872}" dt="2026-08-24T05:27:42.187" v="2452"/>
          <ac:spMkLst>
            <pc:docMk/>
            <pc:sldMk cId="0" sldId="265"/>
            <ac:spMk id="2" creationId="{00000000-0000-0000-0000-000000000000}"/>
          </ac:spMkLst>
        </pc:spChg>
        <pc:spChg chg="mod">
          <ac:chgData name="Tomer Choresh" userId="3d58ada5e0e391e3" providerId="LiveId" clId="{C8DABF3B-42B2-48C5-B795-185D7F04B872}" dt="2026-08-24T04:48:20.937" v="2235" actId="20577"/>
          <ac:spMkLst>
            <pc:docMk/>
            <pc:sldMk cId="0" sldId="265"/>
            <ac:spMk id="3" creationId="{00000000-0000-0000-0000-000000000000}"/>
          </ac:spMkLst>
        </pc:spChg>
        <pc:spChg chg="mod">
          <ac:chgData name="Tomer Choresh" userId="3d58ada5e0e391e3" providerId="LiveId" clId="{C8DABF3B-42B2-48C5-B795-185D7F04B872}" dt="2026-08-21T14:35:19.083" v="1704" actId="20577"/>
          <ac:spMkLst>
            <pc:docMk/>
            <pc:sldMk cId="0" sldId="265"/>
            <ac:spMk id="6" creationId="{00000000-0000-0000-0000-000000000000}"/>
          </ac:spMkLst>
        </pc:spChg>
        <pc:spChg chg="mod">
          <ac:chgData name="Tomer Choresh" userId="3d58ada5e0e391e3" providerId="LiveId" clId="{C8DABF3B-42B2-48C5-B795-185D7F04B872}" dt="2026-08-24T04:47:16.294" v="2205" actId="121"/>
          <ac:spMkLst>
            <pc:docMk/>
            <pc:sldMk cId="0" sldId="265"/>
            <ac:spMk id="8" creationId="{00000000-0000-0000-0000-000000000000}"/>
          </ac:spMkLst>
        </pc:spChg>
        <pc:spChg chg="mod">
          <ac:chgData name="Tomer Choresh" userId="3d58ada5e0e391e3" providerId="LiveId" clId="{C8DABF3B-42B2-48C5-B795-185D7F04B872}" dt="2026-08-24T04:47:41.097" v="2207" actId="1076"/>
          <ac:spMkLst>
            <pc:docMk/>
            <pc:sldMk cId="0" sldId="265"/>
            <ac:spMk id="9" creationId="{00000000-0000-0000-0000-000000000000}"/>
          </ac:spMkLst>
        </pc:spChg>
        <pc:spChg chg="mod">
          <ac:chgData name="Tomer Choresh" userId="3d58ada5e0e391e3" providerId="LiveId" clId="{C8DABF3B-42B2-48C5-B795-185D7F04B872}" dt="2026-08-20T17:17:49.217" v="596" actId="20577"/>
          <ac:spMkLst>
            <pc:docMk/>
            <pc:sldMk cId="0" sldId="265"/>
            <ac:spMk id="10" creationId="{00000000-0000-0000-0000-000000000000}"/>
          </ac:spMkLst>
        </pc:spChg>
        <pc:spChg chg="mod">
          <ac:chgData name="Tomer Choresh" userId="3d58ada5e0e391e3" providerId="LiveId" clId="{C8DABF3B-42B2-48C5-B795-185D7F04B872}" dt="2026-08-24T05:56:25.208" v="2776" actId="20577"/>
          <ac:spMkLst>
            <pc:docMk/>
            <pc:sldMk cId="0" sldId="265"/>
            <ac:spMk id="11" creationId="{00000000-0000-0000-0000-000000000000}"/>
          </ac:spMkLst>
        </pc:spChg>
        <pc:picChg chg="add mod">
          <ac:chgData name="Tomer Choresh" userId="3d58ada5e0e391e3" providerId="LiveId" clId="{C8DABF3B-42B2-48C5-B795-185D7F04B872}" dt="2026-08-24T05:25:40.729" v="2441" actId="108"/>
          <ac:picMkLst>
            <pc:docMk/>
            <pc:sldMk cId="0" sldId="265"/>
            <ac:picMk id="4" creationId="{4EDBC92A-0829-89EA-9747-E850F383563C}"/>
          </ac:picMkLst>
        </pc:picChg>
        <pc:picChg chg="add">
          <ac:chgData name="Tomer Choresh" userId="3d58ada5e0e391e3" providerId="LiveId" clId="{C8DABF3B-42B2-48C5-B795-185D7F04B872}" dt="2026-08-21T12:59:09.018" v="1670" actId="22"/>
          <ac:picMkLst>
            <pc:docMk/>
            <pc:sldMk cId="0" sldId="265"/>
            <ac:picMk id="15" creationId="{5761FABB-4AB7-0954-35FF-35E1A339CD28}"/>
          </ac:picMkLst>
        </pc:picChg>
      </pc:sldChg>
      <pc:sldChg chg="addSp delSp modSp mod">
        <pc:chgData name="Tomer Choresh" userId="3d58ada5e0e391e3" providerId="LiveId" clId="{C8DABF3B-42B2-48C5-B795-185D7F04B872}" dt="2026-08-24T05:56:26.783" v="2778" actId="20577"/>
        <pc:sldMkLst>
          <pc:docMk/>
          <pc:sldMk cId="0" sldId="266"/>
        </pc:sldMkLst>
        <pc:spChg chg="mod">
          <ac:chgData name="Tomer Choresh" userId="3d58ada5e0e391e3" providerId="LiveId" clId="{C8DABF3B-42B2-48C5-B795-185D7F04B872}" dt="2026-08-24T05:27:38.583" v="2451"/>
          <ac:spMkLst>
            <pc:docMk/>
            <pc:sldMk cId="0" sldId="266"/>
            <ac:spMk id="2" creationId="{00000000-0000-0000-0000-000000000000}"/>
          </ac:spMkLst>
        </pc:spChg>
        <pc:spChg chg="mod">
          <ac:chgData name="Tomer Choresh" userId="3d58ada5e0e391e3" providerId="LiveId" clId="{C8DABF3B-42B2-48C5-B795-185D7F04B872}" dt="2026-08-20T17:18:24.115" v="618" actId="20577"/>
          <ac:spMkLst>
            <pc:docMk/>
            <pc:sldMk cId="0" sldId="266"/>
            <ac:spMk id="3" creationId="{00000000-0000-0000-0000-000000000000}"/>
          </ac:spMkLst>
        </pc:spChg>
        <pc:spChg chg="mod">
          <ac:chgData name="Tomer Choresh" userId="3d58ada5e0e391e3" providerId="LiveId" clId="{C8DABF3B-42B2-48C5-B795-185D7F04B872}" dt="2026-08-20T17:18:53.299" v="634" actId="20577"/>
          <ac:spMkLst>
            <pc:docMk/>
            <pc:sldMk cId="0" sldId="266"/>
            <ac:spMk id="6" creationId="{00000000-0000-0000-0000-000000000000}"/>
          </ac:spMkLst>
        </pc:spChg>
        <pc:spChg chg="mod">
          <ac:chgData name="Tomer Choresh" userId="3d58ada5e0e391e3" providerId="LiveId" clId="{C8DABF3B-42B2-48C5-B795-185D7F04B872}" dt="2026-08-20T17:19:33.933" v="682" actId="1036"/>
          <ac:spMkLst>
            <pc:docMk/>
            <pc:sldMk cId="0" sldId="266"/>
            <ac:spMk id="9" creationId="{00000000-0000-0000-0000-000000000000}"/>
          </ac:spMkLst>
        </pc:spChg>
        <pc:spChg chg="mod">
          <ac:chgData name="Tomer Choresh" userId="3d58ada5e0e391e3" providerId="LiveId" clId="{C8DABF3B-42B2-48C5-B795-185D7F04B872}" dt="2026-08-21T14:58:02.685" v="1803" actId="20577"/>
          <ac:spMkLst>
            <pc:docMk/>
            <pc:sldMk cId="0" sldId="266"/>
            <ac:spMk id="10" creationId="{00000000-0000-0000-0000-000000000000}"/>
          </ac:spMkLst>
        </pc:spChg>
        <pc:spChg chg="mod">
          <ac:chgData name="Tomer Choresh" userId="3d58ada5e0e391e3" providerId="LiveId" clId="{C8DABF3B-42B2-48C5-B795-185D7F04B872}" dt="2026-08-24T05:56:26.783" v="2778" actId="20577"/>
          <ac:spMkLst>
            <pc:docMk/>
            <pc:sldMk cId="0" sldId="266"/>
            <ac:spMk id="11" creationId="{00000000-0000-0000-0000-000000000000}"/>
          </ac:spMkLst>
        </pc:spChg>
        <pc:spChg chg="add mod">
          <ac:chgData name="Tomer Choresh" userId="3d58ada5e0e391e3" providerId="LiveId" clId="{C8DABF3B-42B2-48C5-B795-185D7F04B872}" dt="2026-08-24T04:50:24.997" v="2247" actId="1076"/>
          <ac:spMkLst>
            <pc:docMk/>
            <pc:sldMk cId="0" sldId="266"/>
            <ac:spMk id="15" creationId="{CB5BC361-EEEA-1147-584A-34FFD529E768}"/>
          </ac:spMkLst>
        </pc:spChg>
        <pc:spChg chg="add mod">
          <ac:chgData name="Tomer Choresh" userId="3d58ada5e0e391e3" providerId="LiveId" clId="{C8DABF3B-42B2-48C5-B795-185D7F04B872}" dt="2026-08-24T04:51:12.647" v="2262" actId="1076"/>
          <ac:spMkLst>
            <pc:docMk/>
            <pc:sldMk cId="0" sldId="266"/>
            <ac:spMk id="17" creationId="{49D2E8E4-A811-56F1-CFD7-1DD94275CD8E}"/>
          </ac:spMkLst>
        </pc:spChg>
        <pc:picChg chg="add mod">
          <ac:chgData name="Tomer Choresh" userId="3d58ada5e0e391e3" providerId="LiveId" clId="{C8DABF3B-42B2-48C5-B795-185D7F04B872}" dt="2026-08-24T05:25:43.741" v="2442" actId="108"/>
          <ac:picMkLst>
            <pc:docMk/>
            <pc:sldMk cId="0" sldId="266"/>
            <ac:picMk id="8" creationId="{AE5B4172-E0AA-B087-5762-667701B1D5E3}"/>
          </ac:picMkLst>
        </pc:picChg>
        <pc:picChg chg="add del mod">
          <ac:chgData name="Tomer Choresh" userId="3d58ada5e0e391e3" providerId="LiveId" clId="{C8DABF3B-42B2-48C5-B795-185D7F04B872}" dt="2026-08-24T04:50:28.230" v="2248" actId="478"/>
          <ac:picMkLst>
            <pc:docMk/>
            <pc:sldMk cId="0" sldId="266"/>
            <ac:picMk id="13" creationId="{D178C76D-61AD-EA3F-2411-303E19457159}"/>
          </ac:picMkLst>
        </pc:picChg>
      </pc:sldChg>
      <pc:sldChg chg="addSp delSp modSp mod">
        <pc:chgData name="Tomer Choresh" userId="3d58ada5e0e391e3" providerId="LiveId" clId="{C8DABF3B-42B2-48C5-B795-185D7F04B872}" dt="2026-08-24T05:56:29.044" v="2780" actId="20577"/>
        <pc:sldMkLst>
          <pc:docMk/>
          <pc:sldMk cId="0" sldId="267"/>
        </pc:sldMkLst>
        <pc:spChg chg="mod">
          <ac:chgData name="Tomer Choresh" userId="3d58ada5e0e391e3" providerId="LiveId" clId="{C8DABF3B-42B2-48C5-B795-185D7F04B872}" dt="2026-08-20T17:19:59.571" v="687" actId="20577"/>
          <ac:spMkLst>
            <pc:docMk/>
            <pc:sldMk cId="0" sldId="267"/>
            <ac:spMk id="2" creationId="{00000000-0000-0000-0000-000000000000}"/>
          </ac:spMkLst>
        </pc:spChg>
        <pc:spChg chg="mod">
          <ac:chgData name="Tomer Choresh" userId="3d58ada5e0e391e3" providerId="LiveId" clId="{C8DABF3B-42B2-48C5-B795-185D7F04B872}" dt="2026-08-20T17:20:15.100" v="701" actId="20577"/>
          <ac:spMkLst>
            <pc:docMk/>
            <pc:sldMk cId="0" sldId="267"/>
            <ac:spMk id="3" creationId="{00000000-0000-0000-0000-000000000000}"/>
          </ac:spMkLst>
        </pc:spChg>
        <pc:spChg chg="mod">
          <ac:chgData name="Tomer Choresh" userId="3d58ada5e0e391e3" providerId="LiveId" clId="{C8DABF3B-42B2-48C5-B795-185D7F04B872}" dt="2026-08-20T17:20:24.816" v="703" actId="121"/>
          <ac:spMkLst>
            <pc:docMk/>
            <pc:sldMk cId="0" sldId="267"/>
            <ac:spMk id="6" creationId="{00000000-0000-0000-0000-000000000000}"/>
          </ac:spMkLst>
        </pc:spChg>
        <pc:spChg chg="mod">
          <ac:chgData name="Tomer Choresh" userId="3d58ada5e0e391e3" providerId="LiveId" clId="{C8DABF3B-42B2-48C5-B795-185D7F04B872}" dt="2026-08-24T04:52:40.322" v="2274" actId="108"/>
          <ac:spMkLst>
            <pc:docMk/>
            <pc:sldMk cId="0" sldId="267"/>
            <ac:spMk id="8" creationId="{00000000-0000-0000-0000-000000000000}"/>
          </ac:spMkLst>
        </pc:spChg>
        <pc:spChg chg="mod">
          <ac:chgData name="Tomer Choresh" userId="3d58ada5e0e391e3" providerId="LiveId" clId="{C8DABF3B-42B2-48C5-B795-185D7F04B872}" dt="2026-08-20T17:21:25.779" v="742" actId="20577"/>
          <ac:spMkLst>
            <pc:docMk/>
            <pc:sldMk cId="0" sldId="267"/>
            <ac:spMk id="10" creationId="{00000000-0000-0000-0000-000000000000}"/>
          </ac:spMkLst>
        </pc:spChg>
        <pc:spChg chg="mod">
          <ac:chgData name="Tomer Choresh" userId="3d58ada5e0e391e3" providerId="LiveId" clId="{C8DABF3B-42B2-48C5-B795-185D7F04B872}" dt="2026-08-24T05:56:29.044" v="2780" actId="20577"/>
          <ac:spMkLst>
            <pc:docMk/>
            <pc:sldMk cId="0" sldId="267"/>
            <ac:spMk id="11" creationId="{00000000-0000-0000-0000-000000000000}"/>
          </ac:spMkLst>
        </pc:spChg>
        <pc:spChg chg="add del mod">
          <ac:chgData name="Tomer Choresh" userId="3d58ada5e0e391e3" providerId="LiveId" clId="{C8DABF3B-42B2-48C5-B795-185D7F04B872}" dt="2026-08-24T04:52:54.608" v="2297" actId="22"/>
          <ac:spMkLst>
            <pc:docMk/>
            <pc:sldMk cId="0" sldId="267"/>
            <ac:spMk id="13" creationId="{5EDE7E4B-7190-DB45-5C59-B9373B5BF83B}"/>
          </ac:spMkLst>
        </pc:spChg>
        <pc:picChg chg="add mod">
          <ac:chgData name="Tomer Choresh" userId="3d58ada5e0e391e3" providerId="LiveId" clId="{C8DABF3B-42B2-48C5-B795-185D7F04B872}" dt="2026-08-24T05:25:49.944" v="2443" actId="108"/>
          <ac:picMkLst>
            <pc:docMk/>
            <pc:sldMk cId="0" sldId="267"/>
            <ac:picMk id="15" creationId="{A4E86B3A-D006-AF90-0033-8CA3BA7EB2E3}"/>
          </ac:picMkLst>
        </pc:picChg>
        <pc:picChg chg="add del">
          <ac:chgData name="Tomer Choresh" userId="3d58ada5e0e391e3" providerId="LiveId" clId="{C8DABF3B-42B2-48C5-B795-185D7F04B872}" dt="2026-08-24T05:02:32.178" v="2302" actId="22"/>
          <ac:picMkLst>
            <pc:docMk/>
            <pc:sldMk cId="0" sldId="267"/>
            <ac:picMk id="17" creationId="{212477D3-E815-D921-F119-9E8971627AA9}"/>
          </ac:picMkLst>
        </pc:picChg>
      </pc:sldChg>
      <pc:sldChg chg="modSp mod">
        <pc:chgData name="Tomer Choresh" userId="3d58ada5e0e391e3" providerId="LiveId" clId="{C8DABF3B-42B2-48C5-B795-185D7F04B872}" dt="2026-08-24T05:56:34.906" v="2789" actId="20577"/>
        <pc:sldMkLst>
          <pc:docMk/>
          <pc:sldMk cId="0" sldId="268"/>
        </pc:sldMkLst>
        <pc:spChg chg="mod">
          <ac:chgData name="Tomer Choresh" userId="3d58ada5e0e391e3" providerId="LiveId" clId="{C8DABF3B-42B2-48C5-B795-185D7F04B872}" dt="2026-08-20T17:21:38.602" v="744" actId="121"/>
          <ac:spMkLst>
            <pc:docMk/>
            <pc:sldMk cId="0" sldId="268"/>
            <ac:spMk id="2" creationId="{00000000-0000-0000-0000-000000000000}"/>
          </ac:spMkLst>
        </pc:spChg>
        <pc:spChg chg="mod">
          <ac:chgData name="Tomer Choresh" userId="3d58ada5e0e391e3" providerId="LiveId" clId="{C8DABF3B-42B2-48C5-B795-185D7F04B872}" dt="2026-08-20T17:21:41.125" v="747" actId="121"/>
          <ac:spMkLst>
            <pc:docMk/>
            <pc:sldMk cId="0" sldId="268"/>
            <ac:spMk id="3" creationId="{00000000-0000-0000-0000-000000000000}"/>
          </ac:spMkLst>
        </pc:spChg>
        <pc:spChg chg="mod">
          <ac:chgData name="Tomer Choresh" userId="3d58ada5e0e391e3" providerId="LiveId" clId="{C8DABF3B-42B2-48C5-B795-185D7F04B872}" dt="2026-08-24T03:20:43.051" v="1888" actId="20577"/>
          <ac:spMkLst>
            <pc:docMk/>
            <pc:sldMk cId="0" sldId="268"/>
            <ac:spMk id="6" creationId="{00000000-0000-0000-0000-000000000000}"/>
          </ac:spMkLst>
        </pc:spChg>
        <pc:spChg chg="mod">
          <ac:chgData name="Tomer Choresh" userId="3d58ada5e0e391e3" providerId="LiveId" clId="{C8DABF3B-42B2-48C5-B795-185D7F04B872}" dt="2026-08-20T17:21:52.571" v="750" actId="20577"/>
          <ac:spMkLst>
            <pc:docMk/>
            <pc:sldMk cId="0" sldId="268"/>
            <ac:spMk id="7" creationId="{00000000-0000-0000-0000-000000000000}"/>
          </ac:spMkLst>
        </pc:spChg>
        <pc:spChg chg="mod">
          <ac:chgData name="Tomer Choresh" userId="3d58ada5e0e391e3" providerId="LiveId" clId="{C8DABF3B-42B2-48C5-B795-185D7F04B872}" dt="2026-08-20T17:22:18.420" v="757" actId="121"/>
          <ac:spMkLst>
            <pc:docMk/>
            <pc:sldMk cId="0" sldId="268"/>
            <ac:spMk id="11" creationId="{00000000-0000-0000-0000-000000000000}"/>
          </ac:spMkLst>
        </pc:spChg>
        <pc:spChg chg="mod">
          <ac:chgData name="Tomer Choresh" userId="3d58ada5e0e391e3" providerId="LiveId" clId="{C8DABF3B-42B2-48C5-B795-185D7F04B872}" dt="2026-08-20T17:22:28.960" v="762" actId="20577"/>
          <ac:spMkLst>
            <pc:docMk/>
            <pc:sldMk cId="0" sldId="268"/>
            <ac:spMk id="15" creationId="{00000000-0000-0000-0000-000000000000}"/>
          </ac:spMkLst>
        </pc:spChg>
        <pc:spChg chg="mod">
          <ac:chgData name="Tomer Choresh" userId="3d58ada5e0e391e3" providerId="LiveId" clId="{C8DABF3B-42B2-48C5-B795-185D7F04B872}" dt="2026-08-24T03:21:31.332" v="1935" actId="113"/>
          <ac:spMkLst>
            <pc:docMk/>
            <pc:sldMk cId="0" sldId="268"/>
            <ac:spMk id="18" creationId="{00000000-0000-0000-0000-000000000000}"/>
          </ac:spMkLst>
        </pc:spChg>
        <pc:spChg chg="mod">
          <ac:chgData name="Tomer Choresh" userId="3d58ada5e0e391e3" providerId="LiveId" clId="{C8DABF3B-42B2-48C5-B795-185D7F04B872}" dt="2026-08-20T17:22:51.190" v="767" actId="20577"/>
          <ac:spMkLst>
            <pc:docMk/>
            <pc:sldMk cId="0" sldId="268"/>
            <ac:spMk id="19" creationId="{00000000-0000-0000-0000-000000000000}"/>
          </ac:spMkLst>
        </pc:spChg>
        <pc:spChg chg="mod">
          <ac:chgData name="Tomer Choresh" userId="3d58ada5e0e391e3" providerId="LiveId" clId="{C8DABF3B-42B2-48C5-B795-185D7F04B872}" dt="2026-08-20T17:23:03.522" v="769" actId="121"/>
          <ac:spMkLst>
            <pc:docMk/>
            <pc:sldMk cId="0" sldId="268"/>
            <ac:spMk id="23" creationId="{00000000-0000-0000-0000-000000000000}"/>
          </ac:spMkLst>
        </pc:spChg>
        <pc:spChg chg="mod">
          <ac:chgData name="Tomer Choresh" userId="3d58ada5e0e391e3" providerId="LiveId" clId="{C8DABF3B-42B2-48C5-B795-185D7F04B872}" dt="2026-08-24T05:56:34.906" v="2789" actId="20577"/>
          <ac:spMkLst>
            <pc:docMk/>
            <pc:sldMk cId="0" sldId="268"/>
            <ac:spMk id="24" creationId="{00000000-0000-0000-0000-000000000000}"/>
          </ac:spMkLst>
        </pc:spChg>
      </pc:sldChg>
      <pc:sldChg chg="modSp mod">
        <pc:chgData name="Tomer Choresh" userId="3d58ada5e0e391e3" providerId="LiveId" clId="{C8DABF3B-42B2-48C5-B795-185D7F04B872}" dt="2026-08-24T05:12:45.243" v="2383" actId="20577"/>
        <pc:sldMkLst>
          <pc:docMk/>
          <pc:sldMk cId="0" sldId="269"/>
        </pc:sldMkLst>
        <pc:spChg chg="mod">
          <ac:chgData name="Tomer Choresh" userId="3d58ada5e0e391e3" providerId="LiveId" clId="{C8DABF3B-42B2-48C5-B795-185D7F04B872}" dt="2026-08-24T05:12:45.243" v="2383" actId="20577"/>
          <ac:spMkLst>
            <pc:docMk/>
            <pc:sldMk cId="0" sldId="269"/>
            <ac:spMk id="3" creationId="{00000000-0000-0000-0000-000000000000}"/>
          </ac:spMkLst>
        </pc:spChg>
        <pc:spChg chg="mod">
          <ac:chgData name="Tomer Choresh" userId="3d58ada5e0e391e3" providerId="LiveId" clId="{C8DABF3B-42B2-48C5-B795-185D7F04B872}" dt="2026-08-21T11:51:20.335" v="1641" actId="20577"/>
          <ac:spMkLst>
            <pc:docMk/>
            <pc:sldMk cId="0" sldId="269"/>
            <ac:spMk id="5" creationId="{00000000-0000-0000-0000-000000000000}"/>
          </ac:spMkLst>
        </pc:spChg>
        <pc:spChg chg="mod">
          <ac:chgData name="Tomer Choresh" userId="3d58ada5e0e391e3" providerId="LiveId" clId="{C8DABF3B-42B2-48C5-B795-185D7F04B872}" dt="2026-08-20T17:30:08.814" v="1046" actId="6549"/>
          <ac:spMkLst>
            <pc:docMk/>
            <pc:sldMk cId="0" sldId="269"/>
            <ac:spMk id="7" creationId="{00000000-0000-0000-0000-000000000000}"/>
          </ac:spMkLst>
        </pc:spChg>
        <pc:spChg chg="mod">
          <ac:chgData name="Tomer Choresh" userId="3d58ada5e0e391e3" providerId="LiveId" clId="{C8DABF3B-42B2-48C5-B795-185D7F04B872}" dt="2026-08-20T17:31:45.467" v="1068" actId="20577"/>
          <ac:spMkLst>
            <pc:docMk/>
            <pc:sldMk cId="0" sldId="269"/>
            <ac:spMk id="9" creationId="{00000000-0000-0000-0000-000000000000}"/>
          </ac:spMkLst>
        </pc:spChg>
        <pc:spChg chg="mod">
          <ac:chgData name="Tomer Choresh" userId="3d58ada5e0e391e3" providerId="LiveId" clId="{C8DABF3B-42B2-48C5-B795-185D7F04B872}" dt="2026-08-24T03:24:38.361" v="2072" actId="20577"/>
          <ac:spMkLst>
            <pc:docMk/>
            <pc:sldMk cId="0" sldId="269"/>
            <ac:spMk id="11" creationId="{00000000-0000-0000-0000-000000000000}"/>
          </ac:spMkLst>
        </pc:spChg>
      </pc:sldChg>
      <pc:sldChg chg="addSp delSp modSp new mod">
        <pc:chgData name="Tomer Choresh" userId="3d58ada5e0e391e3" providerId="LiveId" clId="{C8DABF3B-42B2-48C5-B795-185D7F04B872}" dt="2026-08-24T05:56:30.587" v="2782" actId="20577"/>
        <pc:sldMkLst>
          <pc:docMk/>
          <pc:sldMk cId="3625280217" sldId="270"/>
        </pc:sldMkLst>
        <pc:spChg chg="add mod">
          <ac:chgData name="Tomer Choresh" userId="3d58ada5e0e391e3" providerId="LiveId" clId="{C8DABF3B-42B2-48C5-B795-185D7F04B872}" dt="2026-08-24T05:27:24.606" v="2450"/>
          <ac:spMkLst>
            <pc:docMk/>
            <pc:sldMk cId="3625280217" sldId="270"/>
            <ac:spMk id="7" creationId="{201BF026-5FCE-1986-E08E-E50688906F48}"/>
          </ac:spMkLst>
        </pc:spChg>
        <pc:spChg chg="add mod">
          <ac:chgData name="Tomer Choresh" userId="3d58ada5e0e391e3" providerId="LiveId" clId="{C8DABF3B-42B2-48C5-B795-185D7F04B872}" dt="2026-08-24T05:05:56.517" v="2331" actId="1076"/>
          <ac:spMkLst>
            <pc:docMk/>
            <pc:sldMk cId="3625280217" sldId="270"/>
            <ac:spMk id="9" creationId="{F341F663-63A9-A227-FDF1-E35B195B197E}"/>
          </ac:spMkLst>
        </pc:spChg>
        <pc:spChg chg="add mod modVis">
          <ac:chgData name="Tomer Choresh" userId="3d58ada5e0e391e3" providerId="LiveId" clId="{C8DABF3B-42B2-48C5-B795-185D7F04B872}" dt="2026-08-24T05:07:35.977" v="2345" actId="14429"/>
          <ac:spMkLst>
            <pc:docMk/>
            <pc:sldMk cId="3625280217" sldId="270"/>
            <ac:spMk id="15" creationId="{6F5419AE-8889-7441-B79B-B216A5FE7D65}"/>
          </ac:spMkLst>
        </pc:spChg>
        <pc:spChg chg="add mod">
          <ac:chgData name="Tomer Choresh" userId="3d58ada5e0e391e3" providerId="LiveId" clId="{C8DABF3B-42B2-48C5-B795-185D7F04B872}" dt="2026-08-24T05:28:45.328" v="2461" actId="1076"/>
          <ac:spMkLst>
            <pc:docMk/>
            <pc:sldMk cId="3625280217" sldId="270"/>
            <ac:spMk id="17" creationId="{A80F0705-65BA-D18F-CA0D-683C8C2B5066}"/>
          </ac:spMkLst>
        </pc:spChg>
        <pc:spChg chg="add mod">
          <ac:chgData name="Tomer Choresh" userId="3d58ada5e0e391e3" providerId="LiveId" clId="{C8DABF3B-42B2-48C5-B795-185D7F04B872}" dt="2026-08-24T05:09:49.480" v="2371" actId="1076"/>
          <ac:spMkLst>
            <pc:docMk/>
            <pc:sldMk cId="3625280217" sldId="270"/>
            <ac:spMk id="19" creationId="{8C0B035A-020E-A99C-AC1C-0E468D1EB402}"/>
          </ac:spMkLst>
        </pc:spChg>
        <pc:spChg chg="add mod">
          <ac:chgData name="Tomer Choresh" userId="3d58ada5e0e391e3" providerId="LiveId" clId="{C8DABF3B-42B2-48C5-B795-185D7F04B872}" dt="2026-08-24T05:28:37.761" v="2459" actId="1038"/>
          <ac:spMkLst>
            <pc:docMk/>
            <pc:sldMk cId="3625280217" sldId="270"/>
            <ac:spMk id="21" creationId="{74DA4872-8A86-0B9E-C491-CE2393C59247}"/>
          </ac:spMkLst>
        </pc:spChg>
        <pc:spChg chg="add mod">
          <ac:chgData name="Tomer Choresh" userId="3d58ada5e0e391e3" providerId="LiveId" clId="{C8DABF3B-42B2-48C5-B795-185D7F04B872}" dt="2026-08-24T05:28:48.888" v="2462" actId="1076"/>
          <ac:spMkLst>
            <pc:docMk/>
            <pc:sldMk cId="3625280217" sldId="270"/>
            <ac:spMk id="23" creationId="{18D238E0-36E5-A658-A8F0-D02C376CDC45}"/>
          </ac:spMkLst>
        </pc:spChg>
        <pc:spChg chg="add mod">
          <ac:chgData name="Tomer Choresh" userId="3d58ada5e0e391e3" providerId="LiveId" clId="{C8DABF3B-42B2-48C5-B795-185D7F04B872}" dt="2026-08-24T05:29:09.918" v="2464" actId="1076"/>
          <ac:spMkLst>
            <pc:docMk/>
            <pc:sldMk cId="3625280217" sldId="270"/>
            <ac:spMk id="25" creationId="{530A5EEB-E684-2D95-9509-5531B218FB60}"/>
          </ac:spMkLst>
        </pc:spChg>
        <pc:spChg chg="add mod">
          <ac:chgData name="Tomer Choresh" userId="3d58ada5e0e391e3" providerId="LiveId" clId="{C8DABF3B-42B2-48C5-B795-185D7F04B872}" dt="2026-08-24T05:56:30.587" v="2782" actId="20577"/>
          <ac:spMkLst>
            <pc:docMk/>
            <pc:sldMk cId="3625280217" sldId="270"/>
            <ac:spMk id="29" creationId="{EC45B2AB-8814-2D99-F4FB-7506CBCD6CA2}"/>
          </ac:spMkLst>
        </pc:spChg>
        <pc:picChg chg="add del mod">
          <ac:chgData name="Tomer Choresh" userId="3d58ada5e0e391e3" providerId="LiveId" clId="{C8DABF3B-42B2-48C5-B795-185D7F04B872}" dt="2026-08-24T05:03:46.239" v="2306" actId="478"/>
          <ac:picMkLst>
            <pc:docMk/>
            <pc:sldMk cId="3625280217" sldId="270"/>
            <ac:picMk id="3" creationId="{E327849E-8DFD-EFAD-65EA-2CDDF01C4971}"/>
          </ac:picMkLst>
        </pc:picChg>
        <pc:picChg chg="add del mod">
          <ac:chgData name="Tomer Choresh" userId="3d58ada5e0e391e3" providerId="LiveId" clId="{C8DABF3B-42B2-48C5-B795-185D7F04B872}" dt="2026-08-24T05:04:20.712" v="2310" actId="478"/>
          <ac:picMkLst>
            <pc:docMk/>
            <pc:sldMk cId="3625280217" sldId="270"/>
            <ac:picMk id="5" creationId="{96F69500-630C-C981-1555-714388358CEA}"/>
          </ac:picMkLst>
        </pc:picChg>
        <pc:picChg chg="add del">
          <ac:chgData name="Tomer Choresh" userId="3d58ada5e0e391e3" providerId="LiveId" clId="{C8DABF3B-42B2-48C5-B795-185D7F04B872}" dt="2026-08-24T05:06:24.105" v="2333" actId="22"/>
          <ac:picMkLst>
            <pc:docMk/>
            <pc:sldMk cId="3625280217" sldId="270"/>
            <ac:picMk id="11" creationId="{09CC7DED-DFE7-B239-951E-A8F09FBB09E7}"/>
          </ac:picMkLst>
        </pc:picChg>
        <pc:picChg chg="add del mod modVis">
          <ac:chgData name="Tomer Choresh" userId="3d58ada5e0e391e3" providerId="LiveId" clId="{C8DABF3B-42B2-48C5-B795-185D7F04B872}" dt="2026-08-24T05:07:46.951" v="2348" actId="478"/>
          <ac:picMkLst>
            <pc:docMk/>
            <pc:sldMk cId="3625280217" sldId="270"/>
            <ac:picMk id="13" creationId="{15EE8801-C495-0995-36F0-BC22B59A60A3}"/>
          </ac:picMkLst>
        </pc:picChg>
        <pc:picChg chg="add mod">
          <ac:chgData name="Tomer Choresh" userId="3d58ada5e0e391e3" providerId="LiveId" clId="{C8DABF3B-42B2-48C5-B795-185D7F04B872}" dt="2026-08-24T05:25:53.351" v="2444" actId="108"/>
          <ac:picMkLst>
            <pc:docMk/>
            <pc:sldMk cId="3625280217" sldId="270"/>
            <ac:picMk id="27" creationId="{09529661-4D64-C549-EDF0-360EC08087C6}"/>
          </ac:picMkLst>
        </pc:picChg>
      </pc:sldChg>
      <pc:sldChg chg="addSp delSp modSp new mod ord modAnim">
        <pc:chgData name="Tomer Choresh" userId="3d58ada5e0e391e3" providerId="LiveId" clId="{C8DABF3B-42B2-48C5-B795-185D7F04B872}" dt="2026-08-24T05:56:14.524" v="2771" actId="22"/>
        <pc:sldMkLst>
          <pc:docMk/>
          <pc:sldMk cId="294081042" sldId="271"/>
        </pc:sldMkLst>
        <pc:spChg chg="add mod topLvl">
          <ac:chgData name="Tomer Choresh" userId="3d58ada5e0e391e3" providerId="LiveId" clId="{C8DABF3B-42B2-48C5-B795-185D7F04B872}" dt="2026-08-24T05:54:01.477" v="2749" actId="164"/>
          <ac:spMkLst>
            <pc:docMk/>
            <pc:sldMk cId="294081042" sldId="271"/>
            <ac:spMk id="3" creationId="{4BA0F245-1645-3A24-5020-D1D254400192}"/>
          </ac:spMkLst>
        </pc:spChg>
        <pc:spChg chg="add mod topLvl">
          <ac:chgData name="Tomer Choresh" userId="3d58ada5e0e391e3" providerId="LiveId" clId="{C8DABF3B-42B2-48C5-B795-185D7F04B872}" dt="2026-08-24T05:54:01.477" v="2749" actId="164"/>
          <ac:spMkLst>
            <pc:docMk/>
            <pc:sldMk cId="294081042" sldId="271"/>
            <ac:spMk id="5" creationId="{D200C988-9B18-9558-68F6-3DCE1898F3F3}"/>
          </ac:spMkLst>
        </pc:spChg>
        <pc:spChg chg="add mod topLvl">
          <ac:chgData name="Tomer Choresh" userId="3d58ada5e0e391e3" providerId="LiveId" clId="{C8DABF3B-42B2-48C5-B795-185D7F04B872}" dt="2026-08-24T05:54:01.477" v="2749" actId="164"/>
          <ac:spMkLst>
            <pc:docMk/>
            <pc:sldMk cId="294081042" sldId="271"/>
            <ac:spMk id="7" creationId="{F9C86FB9-662F-6B33-9AB4-95E5C67872D9}"/>
          </ac:spMkLst>
        </pc:spChg>
        <pc:spChg chg="add mod topLvl">
          <ac:chgData name="Tomer Choresh" userId="3d58ada5e0e391e3" providerId="LiveId" clId="{C8DABF3B-42B2-48C5-B795-185D7F04B872}" dt="2026-08-24T05:54:01.477" v="2749" actId="164"/>
          <ac:spMkLst>
            <pc:docMk/>
            <pc:sldMk cId="294081042" sldId="271"/>
            <ac:spMk id="9" creationId="{32D179A2-493C-F7F5-2D1B-98111C74F707}"/>
          </ac:spMkLst>
        </pc:spChg>
        <pc:spChg chg="add mod topLvl">
          <ac:chgData name="Tomer Choresh" userId="3d58ada5e0e391e3" providerId="LiveId" clId="{C8DABF3B-42B2-48C5-B795-185D7F04B872}" dt="2026-08-24T05:54:01.477" v="2749" actId="164"/>
          <ac:spMkLst>
            <pc:docMk/>
            <pc:sldMk cId="294081042" sldId="271"/>
            <ac:spMk id="11" creationId="{E4D40593-178D-C6D4-E9BB-E104BDF626DC}"/>
          </ac:spMkLst>
        </pc:spChg>
        <pc:spChg chg="add mod topLvl">
          <ac:chgData name="Tomer Choresh" userId="3d58ada5e0e391e3" providerId="LiveId" clId="{C8DABF3B-42B2-48C5-B795-185D7F04B872}" dt="2026-08-24T05:54:01.477" v="2749" actId="164"/>
          <ac:spMkLst>
            <pc:docMk/>
            <pc:sldMk cId="294081042" sldId="271"/>
            <ac:spMk id="13" creationId="{3663F56D-1B32-00A7-65CD-C868C8161B70}"/>
          </ac:spMkLst>
        </pc:spChg>
        <pc:spChg chg="add mod topLvl">
          <ac:chgData name="Tomer Choresh" userId="3d58ada5e0e391e3" providerId="LiveId" clId="{C8DABF3B-42B2-48C5-B795-185D7F04B872}" dt="2026-08-24T05:54:01.477" v="2749" actId="164"/>
          <ac:spMkLst>
            <pc:docMk/>
            <pc:sldMk cId="294081042" sldId="271"/>
            <ac:spMk id="15" creationId="{3751BC39-8C07-9B22-A68F-0F5432123C4C}"/>
          </ac:spMkLst>
        </pc:spChg>
        <pc:spChg chg="add mod topLvl">
          <ac:chgData name="Tomer Choresh" userId="3d58ada5e0e391e3" providerId="LiveId" clId="{C8DABF3B-42B2-48C5-B795-185D7F04B872}" dt="2026-08-24T05:54:01.477" v="2749" actId="164"/>
          <ac:spMkLst>
            <pc:docMk/>
            <pc:sldMk cId="294081042" sldId="271"/>
            <ac:spMk id="17" creationId="{D1728D80-440E-A630-AACA-55FC36E25E68}"/>
          </ac:spMkLst>
        </pc:spChg>
        <pc:spChg chg="add mod">
          <ac:chgData name="Tomer Choresh" userId="3d58ada5e0e391e3" providerId="LiveId" clId="{C8DABF3B-42B2-48C5-B795-185D7F04B872}" dt="2026-08-24T05:53:55.710" v="2748" actId="164"/>
          <ac:spMkLst>
            <pc:docMk/>
            <pc:sldMk cId="294081042" sldId="271"/>
            <ac:spMk id="46" creationId="{0EB08569-F368-D10C-4A64-E6120BBB653E}"/>
          </ac:spMkLst>
        </pc:spChg>
        <pc:spChg chg="add mod">
          <ac:chgData name="Tomer Choresh" userId="3d58ada5e0e391e3" providerId="LiveId" clId="{C8DABF3B-42B2-48C5-B795-185D7F04B872}" dt="2026-08-24T05:53:55.710" v="2748" actId="164"/>
          <ac:spMkLst>
            <pc:docMk/>
            <pc:sldMk cId="294081042" sldId="271"/>
            <ac:spMk id="48" creationId="{FA76E910-52B1-1B1A-90EB-16EB9C275F0F}"/>
          </ac:spMkLst>
        </pc:spChg>
        <pc:spChg chg="add mod">
          <ac:chgData name="Tomer Choresh" userId="3d58ada5e0e391e3" providerId="LiveId" clId="{C8DABF3B-42B2-48C5-B795-185D7F04B872}" dt="2026-08-24T05:53:55.710" v="2748" actId="164"/>
          <ac:spMkLst>
            <pc:docMk/>
            <pc:sldMk cId="294081042" sldId="271"/>
            <ac:spMk id="50" creationId="{0C71F89F-1A79-F1D1-0E21-5FDE40426E79}"/>
          </ac:spMkLst>
        </pc:spChg>
        <pc:spChg chg="add mod">
          <ac:chgData name="Tomer Choresh" userId="3d58ada5e0e391e3" providerId="LiveId" clId="{C8DABF3B-42B2-48C5-B795-185D7F04B872}" dt="2026-08-24T05:53:55.710" v="2748" actId="164"/>
          <ac:spMkLst>
            <pc:docMk/>
            <pc:sldMk cId="294081042" sldId="271"/>
            <ac:spMk id="52" creationId="{B447F855-C180-7D81-FD8F-D44E98274F9C}"/>
          </ac:spMkLst>
        </pc:spChg>
        <pc:spChg chg="add mod">
          <ac:chgData name="Tomer Choresh" userId="3d58ada5e0e391e3" providerId="LiveId" clId="{C8DABF3B-42B2-48C5-B795-185D7F04B872}" dt="2026-08-24T05:53:55.710" v="2748" actId="164"/>
          <ac:spMkLst>
            <pc:docMk/>
            <pc:sldMk cId="294081042" sldId="271"/>
            <ac:spMk id="54" creationId="{F5C9B17A-0B0C-7794-9574-920257A483A8}"/>
          </ac:spMkLst>
        </pc:spChg>
        <pc:spChg chg="add mod">
          <ac:chgData name="Tomer Choresh" userId="3d58ada5e0e391e3" providerId="LiveId" clId="{C8DABF3B-42B2-48C5-B795-185D7F04B872}" dt="2026-08-24T05:55:57.671" v="2770" actId="782"/>
          <ac:spMkLst>
            <pc:docMk/>
            <pc:sldMk cId="294081042" sldId="271"/>
            <ac:spMk id="149" creationId="{99713F3A-6B33-8648-5A1F-57AD01C9117E}"/>
          </ac:spMkLst>
        </pc:spChg>
        <pc:spChg chg="add">
          <ac:chgData name="Tomer Choresh" userId="3d58ada5e0e391e3" providerId="LiveId" clId="{C8DABF3B-42B2-48C5-B795-185D7F04B872}" dt="2026-08-24T05:56:14.524" v="2771" actId="22"/>
          <ac:spMkLst>
            <pc:docMk/>
            <pc:sldMk cId="294081042" sldId="271"/>
            <ac:spMk id="151" creationId="{18CDFE80-5311-A372-F2BB-7B564CE266A7}"/>
          </ac:spMkLst>
        </pc:spChg>
        <pc:grpChg chg="add del mod">
          <ac:chgData name="Tomer Choresh" userId="3d58ada5e0e391e3" providerId="LiveId" clId="{C8DABF3B-42B2-48C5-B795-185D7F04B872}" dt="2026-08-24T05:46:56.047" v="2723" actId="165"/>
          <ac:grpSpMkLst>
            <pc:docMk/>
            <pc:sldMk cId="294081042" sldId="271"/>
            <ac:grpSpMk id="45" creationId="{D0DF8D18-4CD2-0040-2799-48DBB3A73E43}"/>
          </ac:grpSpMkLst>
        </pc:grpChg>
        <pc:grpChg chg="add mod">
          <ac:chgData name="Tomer Choresh" userId="3d58ada5e0e391e3" providerId="LiveId" clId="{C8DABF3B-42B2-48C5-B795-185D7F04B872}" dt="2026-08-24T05:53:55.710" v="2748" actId="164"/>
          <ac:grpSpMkLst>
            <pc:docMk/>
            <pc:sldMk cId="294081042" sldId="271"/>
            <ac:grpSpMk id="146" creationId="{C8074433-427C-C88C-5113-5AD762E7241F}"/>
          </ac:grpSpMkLst>
        </pc:grpChg>
        <pc:grpChg chg="add mod">
          <ac:chgData name="Tomer Choresh" userId="3d58ada5e0e391e3" providerId="LiveId" clId="{C8DABF3B-42B2-48C5-B795-185D7F04B872}" dt="2026-08-24T05:54:01.477" v="2749" actId="164"/>
          <ac:grpSpMkLst>
            <pc:docMk/>
            <pc:sldMk cId="294081042" sldId="271"/>
            <ac:grpSpMk id="147" creationId="{1DD1BF3D-D862-4554-03B5-050CF49A79B2}"/>
          </ac:grpSpMkLst>
        </pc:grpChg>
        <pc:picChg chg="add mod">
          <ac:chgData name="Tomer Choresh" userId="3d58ada5e0e391e3" providerId="LiveId" clId="{C8DABF3B-42B2-48C5-B795-185D7F04B872}" dt="2026-08-24T05:52:46.815" v="2742" actId="1076"/>
          <ac:picMkLst>
            <pc:docMk/>
            <pc:sldMk cId="294081042" sldId="271"/>
            <ac:picMk id="134" creationId="{90A01F72-C945-DC36-65A2-544A318966A0}"/>
          </ac:picMkLst>
        </pc:picChg>
        <pc:inkChg chg="add del">
          <ac:chgData name="Tomer Choresh" userId="3d58ada5e0e391e3" providerId="LiveId" clId="{C8DABF3B-42B2-48C5-B795-185D7F04B872}" dt="2026-08-24T05:41:16.242" v="2602" actId="9405"/>
          <ac:inkMkLst>
            <pc:docMk/>
            <pc:sldMk cId="294081042" sldId="271"/>
            <ac:inkMk id="18" creationId="{155AA639-2F91-DD30-ABA1-ADFA59032BC9}"/>
          </ac:inkMkLst>
        </pc:inkChg>
        <pc:cxnChg chg="add mod topLvl">
          <ac:chgData name="Tomer Choresh" userId="3d58ada5e0e391e3" providerId="LiveId" clId="{C8DABF3B-42B2-48C5-B795-185D7F04B872}" dt="2026-08-24T05:54:01.477" v="2749" actId="164"/>
          <ac:cxnSpMkLst>
            <pc:docMk/>
            <pc:sldMk cId="294081042" sldId="271"/>
            <ac:cxnSpMk id="20" creationId="{AC03540D-6F68-F652-2E25-22F6AA6111EC}"/>
          </ac:cxnSpMkLst>
        </pc:cxnChg>
        <pc:cxnChg chg="add mod">
          <ac:chgData name="Tomer Choresh" userId="3d58ada5e0e391e3" providerId="LiveId" clId="{C8DABF3B-42B2-48C5-B795-185D7F04B872}" dt="2026-08-24T05:52:54.331" v="2743" actId="1076"/>
          <ac:cxnSpMkLst>
            <pc:docMk/>
            <pc:sldMk cId="294081042" sldId="271"/>
            <ac:cxnSpMk id="21" creationId="{3FCB6248-D1B8-374A-D393-E81716EC8D6E}"/>
          </ac:cxnSpMkLst>
        </pc:cxnChg>
        <pc:cxnChg chg="add mod">
          <ac:chgData name="Tomer Choresh" userId="3d58ada5e0e391e3" providerId="LiveId" clId="{C8DABF3B-42B2-48C5-B795-185D7F04B872}" dt="2026-08-24T05:47:02.516" v="2724" actId="1076"/>
          <ac:cxnSpMkLst>
            <pc:docMk/>
            <pc:sldMk cId="294081042" sldId="271"/>
            <ac:cxnSpMk id="24" creationId="{8BCC2815-276A-E09D-BD00-49B3E4A8B982}"/>
          </ac:cxnSpMkLst>
        </pc:cxnChg>
        <pc:cxnChg chg="add mod">
          <ac:chgData name="Tomer Choresh" userId="3d58ada5e0e391e3" providerId="LiveId" clId="{C8DABF3B-42B2-48C5-B795-185D7F04B872}" dt="2026-08-24T05:52:54.331" v="2743" actId="1076"/>
          <ac:cxnSpMkLst>
            <pc:docMk/>
            <pc:sldMk cId="294081042" sldId="271"/>
            <ac:cxnSpMk id="27" creationId="{BD2B9A52-AB37-74D9-05CF-BF488555CD60}"/>
          </ac:cxnSpMkLst>
        </pc:cxnChg>
        <pc:cxnChg chg="add mod">
          <ac:chgData name="Tomer Choresh" userId="3d58ada5e0e391e3" providerId="LiveId" clId="{C8DABF3B-42B2-48C5-B795-185D7F04B872}" dt="2026-08-24T05:52:54.331" v="2743" actId="1076"/>
          <ac:cxnSpMkLst>
            <pc:docMk/>
            <pc:sldMk cId="294081042" sldId="271"/>
            <ac:cxnSpMk id="28" creationId="{86CDE41E-66B8-106A-9A65-00803F76FF9D}"/>
          </ac:cxnSpMkLst>
        </pc:cxnChg>
        <pc:cxnChg chg="add mod">
          <ac:chgData name="Tomer Choresh" userId="3d58ada5e0e391e3" providerId="LiveId" clId="{C8DABF3B-42B2-48C5-B795-185D7F04B872}" dt="2026-08-24T05:52:54.331" v="2743" actId="1076"/>
          <ac:cxnSpMkLst>
            <pc:docMk/>
            <pc:sldMk cId="294081042" sldId="271"/>
            <ac:cxnSpMk id="29" creationId="{A7A2FEFC-8CFE-F9A0-8748-E241213060BB}"/>
          </ac:cxnSpMkLst>
        </pc:cxnChg>
        <pc:cxnChg chg="add mod">
          <ac:chgData name="Tomer Choresh" userId="3d58ada5e0e391e3" providerId="LiveId" clId="{C8DABF3B-42B2-48C5-B795-185D7F04B872}" dt="2026-08-24T05:42:17.866" v="2621" actId="14100"/>
          <ac:cxnSpMkLst>
            <pc:docMk/>
            <pc:sldMk cId="294081042" sldId="271"/>
            <ac:cxnSpMk id="32" creationId="{69404100-FA80-A075-4524-35D3A68D0FE1}"/>
          </ac:cxnSpMkLst>
        </pc:cxnChg>
        <pc:cxnChg chg="add mod">
          <ac:chgData name="Tomer Choresh" userId="3d58ada5e0e391e3" providerId="LiveId" clId="{C8DABF3B-42B2-48C5-B795-185D7F04B872}" dt="2026-08-24T05:47:59.763" v="2733" actId="1076"/>
          <ac:cxnSpMkLst>
            <pc:docMk/>
            <pc:sldMk cId="294081042" sldId="271"/>
            <ac:cxnSpMk id="35" creationId="{57EDBF8E-E14C-1447-670C-6226AA0D3A9F}"/>
          </ac:cxnSpMkLst>
        </pc:cxnChg>
        <pc:cxnChg chg="add mod">
          <ac:chgData name="Tomer Choresh" userId="3d58ada5e0e391e3" providerId="LiveId" clId="{C8DABF3B-42B2-48C5-B795-185D7F04B872}" dt="2026-08-24T05:47:59.763" v="2733" actId="1076"/>
          <ac:cxnSpMkLst>
            <pc:docMk/>
            <pc:sldMk cId="294081042" sldId="271"/>
            <ac:cxnSpMk id="36" creationId="{337019B7-0353-AD61-9DA6-476F4CE3F187}"/>
          </ac:cxnSpMkLst>
        </pc:cxnChg>
        <pc:cxnChg chg="add mod ord">
          <ac:chgData name="Tomer Choresh" userId="3d58ada5e0e391e3" providerId="LiveId" clId="{C8DABF3B-42B2-48C5-B795-185D7F04B872}" dt="2026-08-24T05:52:54.331" v="2743" actId="1076"/>
          <ac:cxnSpMkLst>
            <pc:docMk/>
            <pc:sldMk cId="294081042" sldId="271"/>
            <ac:cxnSpMk id="39" creationId="{523E9212-8894-78F5-1F67-F0F89621139E}"/>
          </ac:cxnSpMkLst>
        </pc:cxnChg>
        <pc:cxnChg chg="add mod ord">
          <ac:chgData name="Tomer Choresh" userId="3d58ada5e0e391e3" providerId="LiveId" clId="{C8DABF3B-42B2-48C5-B795-185D7F04B872}" dt="2026-08-24T05:52:54.331" v="2743" actId="1076"/>
          <ac:cxnSpMkLst>
            <pc:docMk/>
            <pc:sldMk cId="294081042" sldId="271"/>
            <ac:cxnSpMk id="42" creationId="{493C612D-3A75-D378-80F8-0DAC3D796E21}"/>
          </ac:cxnSpMkLst>
        </pc:cxnChg>
        <pc:cxnChg chg="add mod">
          <ac:chgData name="Tomer Choresh" userId="3d58ada5e0e391e3" providerId="LiveId" clId="{C8DABF3B-42B2-48C5-B795-185D7F04B872}" dt="2026-08-24T05:53:55.710" v="2748" actId="164"/>
          <ac:cxnSpMkLst>
            <pc:docMk/>
            <pc:sldMk cId="294081042" sldId="271"/>
            <ac:cxnSpMk id="56" creationId="{DAF392B6-9511-A203-F58F-DBF944F3BCE0}"/>
          </ac:cxnSpMkLst>
        </pc:cxnChg>
        <pc:cxnChg chg="add mod">
          <ac:chgData name="Tomer Choresh" userId="3d58ada5e0e391e3" providerId="LiveId" clId="{C8DABF3B-42B2-48C5-B795-185D7F04B872}" dt="2026-08-24T05:53:55.710" v="2748" actId="164"/>
          <ac:cxnSpMkLst>
            <pc:docMk/>
            <pc:sldMk cId="294081042" sldId="271"/>
            <ac:cxnSpMk id="57" creationId="{A7AEE5A2-6DD9-6437-11E4-20CBB57D9FB4}"/>
          </ac:cxnSpMkLst>
        </pc:cxnChg>
        <pc:cxnChg chg="add mod">
          <ac:chgData name="Tomer Choresh" userId="3d58ada5e0e391e3" providerId="LiveId" clId="{C8DABF3B-42B2-48C5-B795-185D7F04B872}" dt="2026-08-24T05:53:55.710" v="2748" actId="164"/>
          <ac:cxnSpMkLst>
            <pc:docMk/>
            <pc:sldMk cId="294081042" sldId="271"/>
            <ac:cxnSpMk id="61" creationId="{B121F7DB-243A-F859-8557-D0074BA011B6}"/>
          </ac:cxnSpMkLst>
        </pc:cxnChg>
        <pc:cxnChg chg="add mod">
          <ac:chgData name="Tomer Choresh" userId="3d58ada5e0e391e3" providerId="LiveId" clId="{C8DABF3B-42B2-48C5-B795-185D7F04B872}" dt="2026-08-24T05:53:55.710" v="2748" actId="164"/>
          <ac:cxnSpMkLst>
            <pc:docMk/>
            <pc:sldMk cId="294081042" sldId="271"/>
            <ac:cxnSpMk id="64" creationId="{C1DC1E41-F7E9-F26E-3EB9-44136D0401CB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299835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r" defTabSz="914400" rtl="1" eaLnBrk="1" latinLnBrk="0" hangingPunct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619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-1371600"/>
            <a:ext cx="4114800" cy="4114800"/>
          </a:xfrm>
          <a:prstGeom prst="ellipse">
            <a:avLst/>
          </a:prstGeom>
          <a:solidFill>
            <a:srgbClr val="0077C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1097280" y="4754880"/>
            <a:ext cx="3291840" cy="3291840"/>
          </a:xfrm>
          <a:prstGeom prst="ellipse">
            <a:avLst/>
          </a:prstGeom>
          <a:solidFill>
            <a:srgbClr val="59A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22960" y="22860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C8FFFF"/>
                </a:solidFill>
                <a:ea typeface="Calibri" pitchFamily="34" charset="-122"/>
                <a:cs typeface="Calibri" pitchFamily="34" charset="-120"/>
              </a:rPr>
              <a:t>Olist Brazilian E-Commerce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274320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3400" b="1" dirty="0" err="1">
                <a:solidFill>
                  <a:srgbClr val="FFFFFF"/>
                </a:solidFill>
                <a:ea typeface="Cambria" pitchFamily="34" charset="-122"/>
                <a:cs typeface="Cambria" pitchFamily="34" charset="-120"/>
              </a:rPr>
              <a:t>מ</a:t>
            </a:r>
            <a:r>
              <a:rPr lang="he-IL" sz="3400" b="1" dirty="0">
                <a:solidFill>
                  <a:srgbClr val="FFFFFF"/>
                </a:solidFill>
                <a:ea typeface="Cambria" pitchFamily="34" charset="-122"/>
                <a:cs typeface="Cambria" pitchFamily="34" charset="-120"/>
              </a:rPr>
              <a:t>-</a:t>
            </a:r>
            <a:r>
              <a:rPr lang="en-US" sz="3400" b="1" dirty="0">
                <a:solidFill>
                  <a:srgbClr val="FFFFFF"/>
                </a:solidFill>
                <a:ea typeface="Cambria" pitchFamily="34" charset="-122"/>
                <a:cs typeface="Cambria" pitchFamily="34" charset="-120"/>
              </a:rPr>
              <a:t>OLTP</a:t>
            </a:r>
            <a:r>
              <a:rPr lang="he-IL" sz="3400" b="1" dirty="0">
                <a:solidFill>
                  <a:srgbClr val="FFFFFF"/>
                </a:solidFill>
                <a:ea typeface="Cambria" pitchFamily="34" charset="-122"/>
                <a:cs typeface="Cambria" pitchFamily="34" charset="-120"/>
              </a:rPr>
              <a:t> </a:t>
            </a:r>
            <a:r>
              <a:rPr lang="en-US" sz="3400" b="1" dirty="0" err="1">
                <a:solidFill>
                  <a:srgbClr val="FFFFFF"/>
                </a:solidFill>
                <a:ea typeface="Cambria" pitchFamily="34" charset="-122"/>
                <a:cs typeface="Cambria" pitchFamily="34" charset="-120"/>
              </a:rPr>
              <a:t>ל</a:t>
            </a:r>
            <a:r>
              <a:rPr lang="he-IL" sz="3400" b="1" dirty="0">
                <a:solidFill>
                  <a:srgbClr val="FFFFFF"/>
                </a:solidFill>
                <a:ea typeface="Cambria" pitchFamily="34" charset="-122"/>
                <a:cs typeface="Cambria" pitchFamily="34" charset="-120"/>
              </a:rPr>
              <a:t>-</a:t>
            </a:r>
            <a:r>
              <a:rPr lang="en-US" sz="3400" b="1" dirty="0">
                <a:solidFill>
                  <a:srgbClr val="FFFFFF"/>
                </a:solidFill>
                <a:ea typeface="Cambria" pitchFamily="34" charset="-122"/>
                <a:cs typeface="Cambria" pitchFamily="34" charset="-120"/>
              </a:rPr>
              <a:t>Data Warehouse</a:t>
            </a:r>
            <a:r>
              <a:rPr lang="he-IL" sz="3400" b="1" dirty="0">
                <a:solidFill>
                  <a:srgbClr val="FFFFFF"/>
                </a:solidFill>
                <a:ea typeface="Cambria" pitchFamily="34" charset="-122"/>
                <a:cs typeface="Cambria" pitchFamily="34" charset="-120"/>
              </a:rPr>
              <a:t>: </a:t>
            </a:r>
            <a:r>
              <a:rPr lang="en-US" sz="3400" b="1" dirty="0">
                <a:solidFill>
                  <a:srgbClr val="FFFFFF"/>
                </a:solidFill>
                <a:ea typeface="Cambria" pitchFamily="34" charset="-122"/>
                <a:cs typeface="Cambria" pitchFamily="34" charset="-120"/>
              </a:rPr>
              <a:t>פרו</a:t>
            </a:r>
            <a:r>
              <a:rPr lang="he-IL" sz="3400" b="1" dirty="0">
                <a:solidFill>
                  <a:srgbClr val="FFFFFF"/>
                </a:solidFill>
                <a:ea typeface="Cambria" pitchFamily="34" charset="-122"/>
                <a:cs typeface="Cambria" pitchFamily="34" charset="-120"/>
              </a:rPr>
              <a:t>י</a:t>
            </a:r>
            <a:r>
              <a:rPr lang="en-US" sz="3400" b="1" dirty="0">
                <a:solidFill>
                  <a:srgbClr val="FFFFFF"/>
                </a:solidFill>
                <a:ea typeface="Cambria" pitchFamily="34" charset="-122"/>
                <a:cs typeface="Cambria" pitchFamily="34" charset="-120"/>
              </a:rPr>
              <a:t>יקט גמר בהנדס</a:t>
            </a:r>
            <a:r>
              <a:rPr lang="he-IL" sz="3400" b="1" dirty="0">
                <a:solidFill>
                  <a:srgbClr val="FFFFFF"/>
                </a:solidFill>
                <a:ea typeface="Cambria" pitchFamily="34" charset="-122"/>
                <a:cs typeface="Cambria" pitchFamily="34" charset="-120"/>
              </a:rPr>
              <a:t>ת</a:t>
            </a:r>
            <a:r>
              <a:rPr lang="en-US" sz="3400" b="1" dirty="0">
                <a:solidFill>
                  <a:srgbClr val="FFFFFF"/>
                </a:solidFill>
                <a:ea typeface="Cambria" pitchFamily="34" charset="-122"/>
                <a:cs typeface="Cambria" pitchFamily="34" charset="-120"/>
              </a:rPr>
              <a:t> ואנליטיקת נתונים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822960" y="39319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500" dirty="0">
                <a:solidFill>
                  <a:srgbClr val="59A5F5"/>
                </a:solidFill>
                <a:ea typeface="Calibri" pitchFamily="34" charset="-122"/>
                <a:cs typeface="Calibri" pitchFamily="34" charset="-120"/>
              </a:rPr>
              <a:t>תומר</a:t>
            </a:r>
            <a:r>
              <a:rPr lang="he-IL" sz="1500" dirty="0">
                <a:solidFill>
                  <a:srgbClr val="59A5F5"/>
                </a:solidFill>
                <a:ea typeface="Calibri" pitchFamily="34" charset="-122"/>
                <a:cs typeface="Calibri" pitchFamily="34" charset="-120"/>
              </a:rPr>
              <a:t> חורש</a:t>
            </a:r>
            <a:r>
              <a:rPr lang="en-US" sz="1500" dirty="0">
                <a:solidFill>
                  <a:srgbClr val="59A5F5"/>
                </a:solidFill>
                <a:ea typeface="Calibri" pitchFamily="34" charset="-122"/>
                <a:cs typeface="Calibri" pitchFamily="34" charset="-120"/>
              </a:rPr>
              <a:t>  |  </a:t>
            </a:r>
            <a:r>
              <a:rPr lang="he-IL" sz="1500" dirty="0">
                <a:solidFill>
                  <a:srgbClr val="59A5F5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>
                <a:solidFill>
                  <a:srgbClr val="59A5F5"/>
                </a:solidFill>
                <a:ea typeface="Calibri" pitchFamily="34" charset="-122"/>
                <a:cs typeface="Calibri" pitchFamily="34" charset="-120"/>
              </a:rPr>
              <a:t>Experis</a:t>
            </a:r>
            <a:r>
              <a:rPr lang="he-IL" sz="1500" dirty="0">
                <a:solidFill>
                  <a:srgbClr val="59A5F5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>
                <a:solidFill>
                  <a:srgbClr val="59A5F5"/>
                </a:solidFill>
                <a:ea typeface="Calibri" pitchFamily="34" charset="-122"/>
                <a:cs typeface="Calibri" pitchFamily="34" charset="-120"/>
              </a:rPr>
              <a:t>  |  אוגוסט 2026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60350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C8FFFF"/>
                </a:solidFill>
                <a:ea typeface="Calibri" pitchFamily="34" charset="-122"/>
                <a:cs typeface="Calibri" pitchFamily="34" charset="-120"/>
              </a:rPr>
              <a:t>SQL Server  ·  Power BI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333333"/>
                </a:solidFill>
                <a:latin typeface="Calibri" panose="020F0502020204030204" pitchFamily="34" charset="0"/>
                <a:ea typeface="Cambria" pitchFamily="34" charset="-122"/>
                <a:cs typeface="Calibri" panose="020F0502020204030204" pitchFamily="34" charset="0"/>
              </a:rPr>
              <a:t>חמש שאלות עסקיות</a:t>
            </a:r>
            <a:endParaRPr lang="en-US" sz="2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כל הפרויקט</a:t>
            </a:r>
            <a:r>
              <a:rPr lang="he-IL" sz="14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יצירת </a:t>
            </a:r>
            <a:r>
              <a:rPr lang="en-US" sz="14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מוד</a:t>
            </a:r>
            <a:r>
              <a:rPr lang="he-IL" sz="14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ל </a:t>
            </a:r>
            <a:r>
              <a:rPr lang="en-US" sz="14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</a:t>
            </a:r>
            <a:r>
              <a:rPr lang="he-IL" sz="14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ב</a:t>
            </a:r>
            <a:r>
              <a:rPr lang="en-US" sz="14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r>
              <a:rPr lang="he-IL" sz="14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וה</a:t>
            </a:r>
            <a:r>
              <a:rPr lang="en-US" sz="14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דשבורד</a:t>
            </a:r>
            <a:r>
              <a:rPr lang="he-IL" sz="14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4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נבנ</a:t>
            </a:r>
            <a:r>
              <a:rPr lang="he-IL" sz="14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ו</a:t>
            </a:r>
            <a:r>
              <a:rPr lang="en-US" sz="14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כדי לענות על </a:t>
            </a:r>
            <a:r>
              <a:rPr lang="he-IL" sz="14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השאלות הבאות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784080" y="1737360"/>
            <a:ext cx="502920" cy="502920"/>
          </a:xfrm>
          <a:prstGeom prst="ellipse">
            <a:avLst/>
          </a:prstGeom>
          <a:solidFill>
            <a:srgbClr val="0077C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784080" y="17373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0" y="1709928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7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ביצועי משלוחים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486400" y="208483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עיכובים </a:t>
            </a:r>
            <a:r>
              <a:rPr lang="en-US" sz="1200" dirty="0" err="1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מול</a:t>
            </a:r>
            <a:r>
              <a:rPr lang="en-US" sz="12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הערכה</a:t>
            </a:r>
            <a:r>
              <a:rPr lang="he-IL" sz="12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200" dirty="0" err="1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זמני</a:t>
            </a:r>
            <a:r>
              <a:rPr lang="en-US" sz="12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אספקה בפועל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784080" y="2606040"/>
            <a:ext cx="502920" cy="502920"/>
          </a:xfrm>
          <a:prstGeom prst="ellipse">
            <a:avLst/>
          </a:prstGeom>
          <a:solidFill>
            <a:srgbClr val="0077C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784080" y="2606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6400" y="2578608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7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ניתוח מוכרים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5486400" y="295351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מי </a:t>
            </a:r>
            <a:r>
              <a:rPr lang="en-US" sz="1200" dirty="0" err="1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מוכר</a:t>
            </a:r>
            <a:r>
              <a:rPr lang="en-US" sz="12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he-IL" sz="12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יותר, </a:t>
            </a:r>
            <a:r>
              <a:rPr lang="en-US" sz="1200" dirty="0" err="1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מי</a:t>
            </a:r>
            <a:r>
              <a:rPr lang="en-US" sz="12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מוכר טוב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784080" y="3474720"/>
            <a:ext cx="502920" cy="502920"/>
          </a:xfrm>
          <a:prstGeom prst="ellipse">
            <a:avLst/>
          </a:prstGeom>
          <a:solidFill>
            <a:srgbClr val="0077C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784080" y="3474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486400" y="3447288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7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פילוח גיאוגרפי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5486400" y="382219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הבדלים</a:t>
            </a:r>
            <a:r>
              <a:rPr lang="he-IL" sz="12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בנתוני מכירות</a:t>
            </a:r>
            <a:r>
              <a:rPr lang="en-US" sz="12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בין מדינות וערים בברזיל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784080" y="4343400"/>
            <a:ext cx="502920" cy="502920"/>
          </a:xfrm>
          <a:prstGeom prst="ellipse">
            <a:avLst/>
          </a:prstGeom>
          <a:solidFill>
            <a:srgbClr val="0077C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784080" y="4343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486400" y="4315968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7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ביקורות לקוחות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5486400" y="469087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he-IL" sz="12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השפעת העיכובים על </a:t>
            </a:r>
            <a:r>
              <a:rPr lang="en-US" sz="12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שביעות רצון</a:t>
            </a:r>
            <a:r>
              <a:rPr lang="he-IL" sz="12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הלקוחות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784080" y="5212080"/>
            <a:ext cx="502920" cy="502920"/>
          </a:xfrm>
          <a:prstGeom prst="ellipse">
            <a:avLst/>
          </a:prstGeom>
          <a:solidFill>
            <a:srgbClr val="0077C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9784080" y="5212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486400" y="5184648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7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התנהגות תשלומים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5486400" y="555955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אמצעי </a:t>
            </a:r>
            <a:r>
              <a:rPr lang="en-US" sz="1200" dirty="0" err="1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תשלום</a:t>
            </a:r>
            <a:r>
              <a:rPr lang="en-US" sz="12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</a:t>
            </a:r>
            <a:r>
              <a:rPr lang="he-IL" sz="12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שימוש בקרדיט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145743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2800" b="1" dirty="0" err="1">
                <a:solidFill>
                  <a:srgbClr val="333333"/>
                </a:solidFill>
                <a:latin typeface="Calibri" panose="020F0502020204030204" pitchFamily="34" charset="0"/>
                <a:ea typeface="Cambria" pitchFamily="34" charset="-122"/>
                <a:cs typeface="Calibri" panose="020F0502020204030204" pitchFamily="34" charset="0"/>
              </a:rPr>
              <a:t>ארכיטקטורה</a:t>
            </a:r>
            <a:r>
              <a:rPr lang="he-IL" sz="2800" b="1" dirty="0">
                <a:solidFill>
                  <a:srgbClr val="333333"/>
                </a:solidFill>
                <a:latin typeface="Calibri" panose="020F0502020204030204" pitchFamily="34" charset="0"/>
                <a:ea typeface="Cambria" pitchFamily="34" charset="-122"/>
                <a:cs typeface="Calibri" panose="020F0502020204030204" pitchFamily="34" charset="0"/>
              </a:rPr>
              <a:t>: </a:t>
            </a:r>
            <a:r>
              <a:rPr lang="en-US" sz="2800" b="1" dirty="0" err="1">
                <a:solidFill>
                  <a:srgbClr val="333333"/>
                </a:solidFill>
                <a:latin typeface="Calibri" panose="020F0502020204030204" pitchFamily="34" charset="0"/>
                <a:ea typeface="Cambria" pitchFamily="34" charset="-122"/>
                <a:cs typeface="Calibri" panose="020F0502020204030204" pitchFamily="34" charset="0"/>
              </a:rPr>
              <a:t>שלוש</a:t>
            </a:r>
            <a:r>
              <a:rPr lang="en-US" sz="2800" b="1" dirty="0">
                <a:solidFill>
                  <a:srgbClr val="333333"/>
                </a:solidFill>
                <a:latin typeface="Calibri" panose="020F0502020204030204" pitchFamily="34" charset="0"/>
                <a:ea typeface="Cambria" pitchFamily="34" charset="-122"/>
                <a:cs typeface="Calibri" panose="020F0502020204030204" pitchFamily="34" charset="0"/>
              </a:rPr>
              <a:t> שכבות</a:t>
            </a:r>
            <a:endParaRPr lang="en-US" sz="2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olist_db  →  olist_STG  →  olist_DWH  →  Power BI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85800" y="2377440"/>
            <a:ext cx="2331720" cy="1554480"/>
          </a:xfrm>
          <a:prstGeom prst="roundRect">
            <a:avLst>
              <a:gd name="adj" fmla="val 5882"/>
            </a:avLst>
          </a:prstGeom>
          <a:solidFill>
            <a:srgbClr val="F5F5F5"/>
          </a:solidFill>
          <a:ln w="12700">
            <a:solidFill>
              <a:srgbClr val="59A5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85800" y="2542032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333333"/>
                </a:solidFill>
                <a:latin typeface="Calibri" panose="020F0502020204030204" pitchFamily="34" charset="0"/>
                <a:ea typeface="Consolas" pitchFamily="34" charset="-122"/>
                <a:cs typeface="Calibri" panose="020F0502020204030204" pitchFamily="34" charset="0"/>
              </a:rPr>
              <a:t>olist_db</a:t>
            </a:r>
            <a:endParaRPr lang="en-US" sz="17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685800" y="297180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61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מראה גולמית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3310128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1:1 מ-CSV, ללא לוגיקה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072384" y="3017520"/>
            <a:ext cx="393192" cy="274320"/>
          </a:xfrm>
          <a:prstGeom prst="rightArrow">
            <a:avLst/>
          </a:prstGeom>
          <a:solidFill>
            <a:srgbClr val="59A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520440" y="2377440"/>
            <a:ext cx="2331720" cy="1554480"/>
          </a:xfrm>
          <a:prstGeom prst="roundRect">
            <a:avLst>
              <a:gd name="adj" fmla="val 5882"/>
            </a:avLst>
          </a:prstGeom>
          <a:solidFill>
            <a:srgbClr val="F5F5F5"/>
          </a:solidFill>
          <a:ln w="12700">
            <a:solidFill>
              <a:srgbClr val="59A5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520440" y="2542032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 err="1">
                <a:solidFill>
                  <a:srgbClr val="333333"/>
                </a:solidFill>
                <a:latin typeface="Calibri" panose="020F0502020204030204" pitchFamily="34" charset="0"/>
                <a:ea typeface="Consolas" pitchFamily="34" charset="-122"/>
                <a:cs typeface="Calibri" panose="020F0502020204030204" pitchFamily="34" charset="0"/>
              </a:rPr>
              <a:t>olist_STG</a:t>
            </a:r>
            <a:endParaRPr lang="en-US" sz="17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3520440" y="297180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61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ניקוי בלבד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520440" y="3310128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he-IL" sz="11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ללא</a:t>
            </a:r>
            <a:r>
              <a:rPr lang="en-US" sz="11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שינוי grain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07024" y="3017520"/>
            <a:ext cx="393192" cy="274320"/>
          </a:xfrm>
          <a:prstGeom prst="rightArrow">
            <a:avLst/>
          </a:prstGeom>
          <a:solidFill>
            <a:srgbClr val="59A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355080" y="2377440"/>
            <a:ext cx="2331720" cy="1554480"/>
          </a:xfrm>
          <a:prstGeom prst="roundRect">
            <a:avLst>
              <a:gd name="adj" fmla="val 5882"/>
            </a:avLst>
          </a:prstGeom>
          <a:solidFill>
            <a:srgbClr val="0077C2"/>
          </a:solidFill>
          <a:ln w="12700">
            <a:solidFill>
              <a:srgbClr val="59A5F5"/>
            </a:solidFill>
            <a:prstDash val="solid"/>
          </a:ln>
        </p:spPr>
        <p:txBody>
          <a:bodyPr/>
          <a:lstStyle/>
          <a:p>
            <a:pPr marL="0" algn="l" defTabSz="914400" rtl="0" eaLnBrk="1" latinLnBrk="0" hangingPunct="1"/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355080" y="2542032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anose="020F0502020204030204" pitchFamily="34" charset="0"/>
                <a:ea typeface="Consolas" pitchFamily="34" charset="-122"/>
                <a:cs typeface="Calibri" panose="020F0502020204030204" pitchFamily="34" charset="0"/>
              </a:rPr>
              <a:t>olist_DWH</a:t>
            </a:r>
            <a:endParaRPr lang="en-US" sz="17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355080" y="297180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8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מודל ממדי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355080" y="3310128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 Constellation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741664" y="3017520"/>
            <a:ext cx="393192" cy="274320"/>
          </a:xfrm>
          <a:prstGeom prst="rightArrow">
            <a:avLst/>
          </a:prstGeom>
          <a:solidFill>
            <a:srgbClr val="59A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9189720" y="2377440"/>
            <a:ext cx="2331720" cy="1554480"/>
          </a:xfrm>
          <a:prstGeom prst="roundRect">
            <a:avLst>
              <a:gd name="adj" fmla="val 5882"/>
            </a:avLst>
          </a:prstGeom>
          <a:solidFill>
            <a:srgbClr val="F5F5F5"/>
          </a:solidFill>
          <a:ln w="12700">
            <a:solidFill>
              <a:srgbClr val="59A5F5"/>
            </a:solidFill>
            <a:prstDash val="solid"/>
          </a:ln>
        </p:spPr>
        <p:txBody>
          <a:bodyPr/>
          <a:lstStyle/>
          <a:p>
            <a:pPr marL="0" algn="r" defTabSz="914400" rtl="1" eaLnBrk="1" latinLnBrk="0" hangingPunct="1"/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189720" y="2542032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333333"/>
                </a:solidFill>
                <a:latin typeface="Calibri" panose="020F0502020204030204" pitchFamily="34" charset="0"/>
                <a:ea typeface="Consolas" pitchFamily="34" charset="-122"/>
                <a:cs typeface="Calibri" panose="020F0502020204030204" pitchFamily="34" charset="0"/>
              </a:rPr>
              <a:t>Power BI</a:t>
            </a:r>
            <a:endParaRPr lang="en-US" sz="17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9189720" y="297180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61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דשבורד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189720" y="3310128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Import,</a:t>
            </a:r>
            <a:r>
              <a:rPr lang="he-IL" sz="11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4 עמודים 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85800" y="4480560"/>
            <a:ext cx="10835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300" i="1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כל שכבה </a:t>
            </a:r>
            <a:r>
              <a:rPr lang="en-US" sz="1300" i="1" dirty="0" err="1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נבנית</a:t>
            </a:r>
            <a:r>
              <a:rPr lang="en-US" sz="1300" i="1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מ</a:t>
            </a:r>
            <a:r>
              <a:rPr lang="he-IL" sz="1300" i="1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סקריפט </a:t>
            </a:r>
            <a:r>
              <a:rPr lang="en-US" sz="1300" i="1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r>
              <a:rPr lang="he-IL" sz="1300" i="1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ו</a:t>
            </a:r>
            <a:r>
              <a:rPr lang="en-US" sz="1300" i="1" dirty="0" err="1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ניתן</a:t>
            </a:r>
            <a:r>
              <a:rPr lang="en-US" sz="1300" i="1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להריץ מחדש מאפס בלי לשבור כלום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145743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333333"/>
                </a:solidFill>
                <a:latin typeface="Calibri" panose="020F0502020204030204" pitchFamily="34" charset="0"/>
                <a:ea typeface="Cambria" pitchFamily="34" charset="-122"/>
                <a:cs typeface="Calibri" panose="020F0502020204030204" pitchFamily="34" charset="0"/>
              </a:rPr>
              <a:t>שכבה</a:t>
            </a:r>
            <a:r>
              <a:rPr lang="he-IL" sz="2800" b="1" dirty="0">
                <a:solidFill>
                  <a:srgbClr val="333333"/>
                </a:solidFill>
                <a:latin typeface="Calibri" panose="020F0502020204030204" pitchFamily="34" charset="0"/>
                <a:ea typeface="Cambria" pitchFamily="34" charset="-122"/>
                <a:cs typeface="Calibri" panose="020F0502020204030204" pitchFamily="34" charset="0"/>
              </a:rPr>
              <a:t> 1: </a:t>
            </a:r>
            <a:r>
              <a:rPr lang="en-US" sz="2800" b="1" dirty="0">
                <a:solidFill>
                  <a:srgbClr val="333333"/>
                </a:solidFill>
                <a:latin typeface="Calibri" panose="020F0502020204030204" pitchFamily="34" charset="0"/>
                <a:ea typeface="Cambria" pitchFamily="34" charset="-122"/>
                <a:cs typeface="Calibri" panose="020F0502020204030204" pitchFamily="34" charset="0"/>
              </a:rPr>
              <a:t>המראה הגולמית</a:t>
            </a:r>
            <a:endParaRPr lang="en-US" sz="2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01_create_source_db.sql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10515600" cy="3291840"/>
          </a:xfrm>
          <a:prstGeom prst="roundRect">
            <a:avLst>
              <a:gd name="adj" fmla="val 2222"/>
            </a:avLst>
          </a:prstGeom>
          <a:solidFill>
            <a:srgbClr val="00619A"/>
          </a:solidFill>
          <a:ln/>
        </p:spPr>
        <p:txBody>
          <a:bodyPr/>
          <a:lstStyle/>
          <a:p>
            <a:pPr marL="0" algn="l" defTabSz="914400" rtl="0" eaLnBrk="1" latinLnBrk="0" hangingPunct="1"/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143000" y="2084832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i="1" dirty="0">
                <a:solidFill>
                  <a:srgbClr val="59A5F5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-- </a:t>
            </a:r>
            <a:r>
              <a:rPr lang="en-US" sz="1300" i="1" dirty="0" err="1">
                <a:solidFill>
                  <a:srgbClr val="59A5F5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olist_db</a:t>
            </a:r>
            <a:r>
              <a:rPr lang="en-US" sz="1300" i="1" dirty="0">
                <a:solidFill>
                  <a:srgbClr val="59A5F5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he-IL" sz="1300" i="1" dirty="0">
                <a:solidFill>
                  <a:srgbClr val="59A5F5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מראה 1:1 של קבצי המקור, בלי ניקוי ובלי לוגיקה עסקית</a:t>
            </a:r>
          </a:p>
        </p:txBody>
      </p:sp>
      <p:sp>
        <p:nvSpPr>
          <p:cNvPr id="6" name="Text 4"/>
          <p:cNvSpPr/>
          <p:nvPr/>
        </p:nvSpPr>
        <p:spPr>
          <a:xfrm>
            <a:off x="1143000" y="2395728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BFFF"/>
                </a:solidFill>
                <a:latin typeface="Calibri" panose="020F0502020204030204" pitchFamily="34" charset="0"/>
                <a:ea typeface="Consolas" pitchFamily="34" charset="-122"/>
                <a:cs typeface="Calibri" panose="020F0502020204030204" pitchFamily="34" charset="0"/>
              </a:rPr>
              <a:t>CREATE TABLE </a:t>
            </a: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onsolas" pitchFamily="34" charset="-122"/>
                <a:cs typeface="Calibri" panose="020F0502020204030204" pitchFamily="34" charset="0"/>
              </a:rPr>
              <a:t>dbo.olist_customers_dataset (</a:t>
            </a:r>
            <a:endParaRPr lang="en-US" sz="13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143000" y="2706624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300" dirty="0" err="1">
                <a:solidFill>
                  <a:srgbClr val="FFFFFF"/>
                </a:solidFill>
                <a:ea typeface="Consolas" pitchFamily="34" charset="-122"/>
                <a:cs typeface="Consolas" pitchFamily="34" charset="-120"/>
              </a:rPr>
              <a:t>customer_id</a:t>
            </a:r>
            <a:r>
              <a:rPr lang="en-US" sz="1300" dirty="0">
                <a:solidFill>
                  <a:srgbClr val="FFFFFF"/>
                </a:solidFill>
                <a:ea typeface="Consolas" pitchFamily="34" charset="-122"/>
                <a:cs typeface="Consolas" pitchFamily="34" charset="-120"/>
              </a:rPr>
              <a:t>         </a:t>
            </a:r>
            <a:r>
              <a:rPr lang="he-IL" sz="1300" dirty="0">
                <a:solidFill>
                  <a:srgbClr val="FFFFFF"/>
                </a:solidFill>
                <a:ea typeface="Consolas" pitchFamily="34" charset="-122"/>
                <a:cs typeface="Consolas" pitchFamily="34" charset="-120"/>
              </a:rPr>
              <a:t>	</a:t>
            </a:r>
            <a:r>
              <a:rPr lang="en-US" sz="1300" dirty="0">
                <a:solidFill>
                  <a:srgbClr val="FFFFFF"/>
                </a:solidFill>
                <a:ea typeface="Consolas" pitchFamily="34" charset="-122"/>
                <a:cs typeface="Consolas" pitchFamily="34" charset="-120"/>
              </a:rPr>
              <a:t>       VARCHAR(50)   NOT NULL,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43000" y="3017520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300" dirty="0" err="1">
                <a:solidFill>
                  <a:srgbClr val="FFFFFF"/>
                </a:solidFill>
                <a:ea typeface="Consolas" pitchFamily="34" charset="-122"/>
                <a:cs typeface="Consolas" pitchFamily="34" charset="-120"/>
              </a:rPr>
              <a:t>customer_unique_id</a:t>
            </a:r>
            <a:r>
              <a:rPr lang="en-US" sz="1300" dirty="0">
                <a:solidFill>
                  <a:srgbClr val="FFFFFF"/>
                </a:solidFill>
                <a:ea typeface="Consolas" pitchFamily="34" charset="-122"/>
                <a:cs typeface="Consolas" pitchFamily="34" charset="-120"/>
              </a:rPr>
              <a:t> </a:t>
            </a:r>
            <a:r>
              <a:rPr lang="he-IL" sz="1300" dirty="0">
                <a:solidFill>
                  <a:srgbClr val="FFFFFF"/>
                </a:solidFill>
                <a:ea typeface="Consolas" pitchFamily="34" charset="-122"/>
                <a:cs typeface="Consolas" pitchFamily="34" charset="-120"/>
              </a:rPr>
              <a:t>	</a:t>
            </a:r>
            <a:r>
              <a:rPr lang="en-US" sz="1300" dirty="0">
                <a:solidFill>
                  <a:srgbClr val="FFFFFF"/>
                </a:solidFill>
                <a:ea typeface="Consolas" pitchFamily="34" charset="-122"/>
                <a:cs typeface="Consolas" pitchFamily="34" charset="-120"/>
              </a:rPr>
              <a:t>       VARCHAR(50)   NOT NULL,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43000" y="3328416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300" dirty="0" err="1">
                <a:solidFill>
                  <a:srgbClr val="FFFFFF"/>
                </a:solidFill>
                <a:ea typeface="Consolas" pitchFamily="34" charset="-122"/>
                <a:cs typeface="Consolas" pitchFamily="34" charset="-120"/>
              </a:rPr>
              <a:t>customer_zip_code_prefix</a:t>
            </a:r>
            <a:r>
              <a:rPr lang="en-US" sz="1300" dirty="0">
                <a:solidFill>
                  <a:srgbClr val="FFFFFF"/>
                </a:solidFill>
                <a:ea typeface="Consolas" pitchFamily="34" charset="-122"/>
                <a:cs typeface="Consolas" pitchFamily="34" charset="-120"/>
              </a:rPr>
              <a:t>  </a:t>
            </a:r>
            <a:r>
              <a:rPr lang="he-IL" sz="1300" dirty="0">
                <a:solidFill>
                  <a:srgbClr val="FFFFFF"/>
                </a:solidFill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FFFFFF"/>
                </a:solidFill>
                <a:ea typeface="Consolas" pitchFamily="34" charset="-122"/>
                <a:cs typeface="Consolas" pitchFamily="34" charset="-120"/>
              </a:rPr>
              <a:t> INT         </a:t>
            </a:r>
            <a:r>
              <a:rPr lang="he-IL" sz="1300" dirty="0">
                <a:solidFill>
                  <a:srgbClr val="FFFFFF"/>
                </a:solidFill>
                <a:ea typeface="Consolas" pitchFamily="34" charset="-122"/>
                <a:cs typeface="Consolas" pitchFamily="34" charset="-120"/>
              </a:rPr>
              <a:t>	   </a:t>
            </a:r>
            <a:r>
              <a:rPr lang="en-US" sz="1300" dirty="0">
                <a:solidFill>
                  <a:srgbClr val="FFFFFF"/>
                </a:solidFill>
                <a:ea typeface="Consolas" pitchFamily="34" charset="-122"/>
                <a:cs typeface="Consolas" pitchFamily="34" charset="-120"/>
              </a:rPr>
              <a:t>  NULL,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43000" y="3639312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300" dirty="0" err="1">
                <a:solidFill>
                  <a:srgbClr val="FFFFFF"/>
                </a:solidFill>
                <a:ea typeface="Consolas" pitchFamily="34" charset="-122"/>
                <a:cs typeface="Consolas" pitchFamily="34" charset="-120"/>
              </a:rPr>
              <a:t>customer_city</a:t>
            </a:r>
            <a:r>
              <a:rPr lang="en-US" sz="1300" dirty="0">
                <a:solidFill>
                  <a:srgbClr val="FFFFFF"/>
                </a:solidFill>
                <a:ea typeface="Consolas" pitchFamily="34" charset="-122"/>
                <a:cs typeface="Consolas" pitchFamily="34" charset="-120"/>
              </a:rPr>
              <a:t>             </a:t>
            </a:r>
            <a:r>
              <a:rPr lang="he-IL" sz="1300" dirty="0">
                <a:solidFill>
                  <a:srgbClr val="FFFFFF"/>
                </a:solidFill>
                <a:ea typeface="Consolas" pitchFamily="34" charset="-122"/>
                <a:cs typeface="Consolas" pitchFamily="34" charset="-120"/>
              </a:rPr>
              <a:t>	 </a:t>
            </a:r>
            <a:r>
              <a:rPr lang="en-US" sz="1300" dirty="0">
                <a:solidFill>
                  <a:srgbClr val="FFFFFF"/>
                </a:solidFill>
                <a:ea typeface="Consolas" pitchFamily="34" charset="-122"/>
                <a:cs typeface="Consolas" pitchFamily="34" charset="-120"/>
              </a:rPr>
              <a:t> </a:t>
            </a:r>
            <a:r>
              <a:rPr lang="he-IL" sz="1300" dirty="0">
                <a:solidFill>
                  <a:srgbClr val="FFFFFF"/>
                </a:solidFill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300" dirty="0">
                <a:solidFill>
                  <a:srgbClr val="FFFFFF"/>
                </a:solidFill>
                <a:ea typeface="Consolas" pitchFamily="34" charset="-122"/>
                <a:cs typeface="Consolas" pitchFamily="34" charset="-120"/>
              </a:rPr>
              <a:t>NVARCHAR(100) NULL,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43000" y="3950208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300" dirty="0" err="1">
                <a:solidFill>
                  <a:srgbClr val="FFFFFF"/>
                </a:solidFill>
                <a:ea typeface="Consolas" pitchFamily="34" charset="-122"/>
                <a:cs typeface="Consolas" pitchFamily="34" charset="-120"/>
              </a:rPr>
              <a:t>customer_state</a:t>
            </a:r>
            <a:r>
              <a:rPr lang="en-US" sz="1300" dirty="0">
                <a:solidFill>
                  <a:srgbClr val="FFFFFF"/>
                </a:solidFill>
                <a:ea typeface="Consolas" pitchFamily="34" charset="-122"/>
                <a:cs typeface="Consolas" pitchFamily="34" charset="-120"/>
              </a:rPr>
              <a:t>            </a:t>
            </a:r>
            <a:r>
              <a:rPr lang="he-IL" sz="1300" dirty="0">
                <a:solidFill>
                  <a:srgbClr val="FFFFFF"/>
                </a:solidFill>
                <a:ea typeface="Consolas" pitchFamily="34" charset="-122"/>
                <a:cs typeface="Consolas" pitchFamily="34" charset="-120"/>
              </a:rPr>
              <a:t>	   </a:t>
            </a:r>
            <a:r>
              <a:rPr lang="en-US" sz="1300" dirty="0">
                <a:solidFill>
                  <a:srgbClr val="FFFFFF"/>
                </a:solidFill>
                <a:ea typeface="Consolas" pitchFamily="34" charset="-122"/>
                <a:cs typeface="Consolas" pitchFamily="34" charset="-120"/>
              </a:rPr>
              <a:t> VARCHAR(2)    NULL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43000" y="4261104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ea typeface="Consolas" pitchFamily="34" charset="-122"/>
                <a:cs typeface="Consolas" pitchFamily="34" charset="-120"/>
              </a:rPr>
              <a:t>);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" y="53492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rtl="1"/>
            <a:r>
              <a:rPr lang="en-US" sz="1300" dirty="0"/>
              <a:t> </a:t>
            </a:r>
            <a:r>
              <a:rPr lang="en-US" sz="1300" dirty="0" err="1"/>
              <a:t>customer_id</a:t>
            </a:r>
            <a:r>
              <a:rPr lang="en-US" sz="1300" dirty="0"/>
              <a:t> </a:t>
            </a:r>
            <a:r>
              <a:rPr lang="he-IL" sz="1300" dirty="0"/>
              <a:t>הוא</a:t>
            </a:r>
            <a:r>
              <a:rPr lang="en-US" sz="1300" dirty="0"/>
              <a:t>PK </a:t>
            </a:r>
            <a:r>
              <a:rPr lang="he-IL" sz="1300" dirty="0"/>
              <a:t> תפעולי </a:t>
            </a:r>
            <a:r>
              <a:rPr lang="en-US" sz="1300" dirty="0"/>
              <a:t>(order-scoped) - </a:t>
            </a:r>
            <a:r>
              <a:rPr lang="en-US" sz="1300" dirty="0" err="1"/>
              <a:t>customer_unique_id</a:t>
            </a:r>
            <a:r>
              <a:rPr lang="he-IL" sz="1300" dirty="0"/>
              <a:t> הוא זהות האדם האמיתית. הבחנה קריטית שממנה נובעת החלטת עיצוב מרכזית בהמשך.</a:t>
            </a:r>
          </a:p>
        </p:txBody>
      </p:sp>
      <p:sp>
        <p:nvSpPr>
          <p:cNvPr id="14" name="Text 12"/>
          <p:cNvSpPr/>
          <p:nvPr/>
        </p:nvSpPr>
        <p:spPr>
          <a:xfrm>
            <a:off x="1145743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333333"/>
                </a:solidFill>
                <a:ea typeface="Cambria" pitchFamily="34" charset="-122"/>
                <a:cs typeface="Cambria" pitchFamily="34" charset="-120"/>
              </a:rPr>
              <a:t>שכבה</a:t>
            </a:r>
            <a:r>
              <a:rPr lang="he-IL" sz="2800" b="1" dirty="0">
                <a:solidFill>
                  <a:srgbClr val="333333"/>
                </a:solidFill>
                <a:ea typeface="Cambria" pitchFamily="34" charset="-122"/>
                <a:cs typeface="Cambria" pitchFamily="34" charset="-120"/>
              </a:rPr>
              <a:t>2:</a:t>
            </a:r>
            <a:r>
              <a:rPr lang="en-US" sz="2800" b="1" dirty="0">
                <a:solidFill>
                  <a:srgbClr val="333333"/>
                </a:solidFill>
                <a:ea typeface="Cambria" pitchFamily="34" charset="-122"/>
                <a:cs typeface="Cambria" pitchFamily="34" charset="-120"/>
              </a:rPr>
              <a:t> </a:t>
            </a:r>
            <a:r>
              <a:rPr lang="en-US" sz="2800" b="1" dirty="0" err="1">
                <a:solidFill>
                  <a:srgbClr val="333333"/>
                </a:solidFill>
                <a:ea typeface="Cambria" pitchFamily="34" charset="-122"/>
                <a:cs typeface="Cambria" pitchFamily="34" charset="-120"/>
              </a:rPr>
              <a:t>ניקוי</a:t>
            </a:r>
            <a:r>
              <a:rPr lang="en-US" sz="2800" b="1" dirty="0">
                <a:solidFill>
                  <a:srgbClr val="333333"/>
                </a:solidFill>
                <a:ea typeface="Cambria" pitchFamily="34" charset="-122"/>
                <a:cs typeface="Cambria" pitchFamily="34" charset="-120"/>
              </a:rPr>
              <a:t> ב</a:t>
            </a:r>
            <a:r>
              <a:rPr lang="he-IL" sz="2800" b="1" dirty="0">
                <a:solidFill>
                  <a:srgbClr val="333333"/>
                </a:solidFill>
                <a:ea typeface="Cambria" pitchFamily="34" charset="-122"/>
                <a:cs typeface="Cambria" pitchFamily="34" charset="-120"/>
              </a:rPr>
              <a:t>שלב </a:t>
            </a:r>
            <a:r>
              <a:rPr lang="en-US" sz="2800" b="1" dirty="0">
                <a:solidFill>
                  <a:srgbClr val="333333"/>
                </a:solidFill>
                <a:ea typeface="Cambria" pitchFamily="34" charset="-122"/>
                <a:cs typeface="Cambria" pitchFamily="34" charset="-120"/>
              </a:rPr>
              <a:t>Staging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C5C5C"/>
                </a:solidFill>
                <a:ea typeface="Calibri" pitchFamily="34" charset="-122"/>
                <a:cs typeface="Calibri" pitchFamily="34" charset="-120"/>
              </a:rPr>
              <a:t>10_etl_staging.sql</a:t>
            </a:r>
            <a:r>
              <a:rPr lang="he-IL" sz="1400" dirty="0">
                <a:solidFill>
                  <a:srgbClr val="5C5C5C"/>
                </a:solidFill>
                <a:ea typeface="Calibri" pitchFamily="34" charset="-122"/>
                <a:cs typeface="Calibri" pitchFamily="34" charset="-120"/>
              </a:rPr>
              <a:t> - </a:t>
            </a:r>
            <a:r>
              <a:rPr lang="en-US" sz="1400" dirty="0" err="1">
                <a:solidFill>
                  <a:srgbClr val="5C5C5C"/>
                </a:solidFill>
                <a:ea typeface="Calibri" pitchFamily="34" charset="-122"/>
                <a:cs typeface="Calibri" pitchFamily="34" charset="-120"/>
              </a:rPr>
              <a:t>תרגום</a:t>
            </a:r>
            <a:r>
              <a:rPr lang="en-US" sz="1400" dirty="0">
                <a:solidFill>
                  <a:srgbClr val="5C5C5C"/>
                </a:solidFill>
                <a:ea typeface="Calibri" pitchFamily="34" charset="-122"/>
                <a:cs typeface="Calibri" pitchFamily="34" charset="-120"/>
              </a:rPr>
              <a:t> קטגוריה, </a:t>
            </a:r>
            <a:r>
              <a:rPr lang="en-US" sz="1400" dirty="0" err="1">
                <a:solidFill>
                  <a:srgbClr val="5C5C5C"/>
                </a:solidFill>
                <a:ea typeface="Calibri" pitchFamily="34" charset="-122"/>
                <a:cs typeface="Calibri" pitchFamily="34" charset="-120"/>
              </a:rPr>
              <a:t>ה</a:t>
            </a:r>
            <a:r>
              <a:rPr lang="he-IL" sz="1400" dirty="0">
                <a:solidFill>
                  <a:srgbClr val="5C5C5C"/>
                </a:solidFill>
                <a:ea typeface="Calibri" pitchFamily="34" charset="-122"/>
                <a:cs typeface="Calibri" pitchFamily="34" charset="-120"/>
              </a:rPr>
              <a:t>-</a:t>
            </a:r>
            <a:r>
              <a:rPr lang="en-US" sz="1400" dirty="0">
                <a:solidFill>
                  <a:srgbClr val="5C5C5C"/>
                </a:solidFill>
                <a:ea typeface="Calibri" pitchFamily="34" charset="-122"/>
                <a:cs typeface="Calibri" pitchFamily="34" charset="-120"/>
              </a:rPr>
              <a:t>grain</a:t>
            </a:r>
            <a:r>
              <a:rPr lang="he-IL" sz="1400" dirty="0">
                <a:solidFill>
                  <a:srgbClr val="5C5C5C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5C5C5C"/>
                </a:solidFill>
                <a:ea typeface="Calibri" pitchFamily="34" charset="-122"/>
                <a:cs typeface="Calibri" pitchFamily="34" charset="-120"/>
              </a:rPr>
              <a:t>לא</a:t>
            </a:r>
            <a:r>
              <a:rPr lang="en-US" sz="1400" dirty="0">
                <a:solidFill>
                  <a:srgbClr val="5C5C5C"/>
                </a:solidFill>
                <a:ea typeface="Calibri" pitchFamily="34" charset="-122"/>
                <a:cs typeface="Calibri" pitchFamily="34" charset="-120"/>
              </a:rPr>
              <a:t> משתנה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10515600" cy="3291840"/>
          </a:xfrm>
          <a:prstGeom prst="roundRect">
            <a:avLst>
              <a:gd name="adj" fmla="val 2222"/>
            </a:avLst>
          </a:prstGeom>
          <a:solidFill>
            <a:srgbClr val="0061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143000" y="2084832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BFFF"/>
                </a:solidFill>
                <a:ea typeface="Consolas" pitchFamily="34" charset="-122"/>
                <a:cs typeface="Consolas" pitchFamily="34" charset="-120"/>
              </a:rPr>
              <a:t>INSERT INTO </a:t>
            </a:r>
            <a:r>
              <a:rPr lang="en-US" sz="1300" dirty="0">
                <a:solidFill>
                  <a:srgbClr val="FFFFFF"/>
                </a:solidFill>
                <a:ea typeface="Consolas" pitchFamily="34" charset="-122"/>
                <a:cs typeface="Consolas" pitchFamily="34" charset="-120"/>
              </a:rPr>
              <a:t>dbo.stg_products (product_id, ..., product_category_name_eng)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43000" y="2395728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BFFF"/>
                </a:solidFill>
                <a:ea typeface="Consolas" pitchFamily="34" charset="-122"/>
                <a:cs typeface="Consolas" pitchFamily="34" charset="-120"/>
              </a:rPr>
              <a:t>SELECT </a:t>
            </a:r>
            <a:r>
              <a:rPr lang="en-US" sz="1300" dirty="0">
                <a:solidFill>
                  <a:srgbClr val="FFFFFF"/>
                </a:solidFill>
                <a:ea typeface="Consolas" pitchFamily="34" charset="-122"/>
                <a:cs typeface="Consolas" pitchFamily="34" charset="-120"/>
              </a:rPr>
              <a:t>p.product_id,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43000" y="2706624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00BFFF"/>
                </a:solidFill>
                <a:ea typeface="Consolas" pitchFamily="34" charset="-122"/>
                <a:cs typeface="Consolas" pitchFamily="34" charset="-120"/>
              </a:rPr>
              <a:t>    COALESCE</a:t>
            </a:r>
            <a:r>
              <a:rPr lang="en-US" sz="1300" dirty="0">
                <a:solidFill>
                  <a:srgbClr val="FFFFFF"/>
                </a:solidFill>
                <a:ea typeface="Consolas" pitchFamily="34" charset="-122"/>
                <a:cs typeface="Consolas" pitchFamily="34" charset="-120"/>
              </a:rPr>
              <a:t>(t.prod_cat_name_Eng, p.product_category_name, 'Unknown'),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43000" y="3017520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ea typeface="Consolas" pitchFamily="34" charset="-122"/>
                <a:cs typeface="Consolas" pitchFamily="34" charset="-120"/>
              </a:rPr>
              <a:t>    p.product_weight_g, p.product_length_cm, ...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43000" y="3328416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BFFF"/>
                </a:solidFill>
                <a:ea typeface="Consolas" pitchFamily="34" charset="-122"/>
                <a:cs typeface="Consolas" pitchFamily="34" charset="-120"/>
              </a:rPr>
              <a:t>FROM </a:t>
            </a:r>
            <a:r>
              <a:rPr lang="en-US" sz="1300" dirty="0">
                <a:solidFill>
                  <a:srgbClr val="FFFFFF"/>
                </a:solidFill>
                <a:ea typeface="Consolas" pitchFamily="34" charset="-122"/>
                <a:cs typeface="Consolas" pitchFamily="34" charset="-120"/>
              </a:rPr>
              <a:t>olist_db.dbo.olist_products_dataset p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43000" y="3639312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BFFF"/>
                </a:solidFill>
                <a:ea typeface="Consolas" pitchFamily="34" charset="-122"/>
                <a:cs typeface="Consolas" pitchFamily="34" charset="-120"/>
              </a:rPr>
              <a:t>LEFT JOIN </a:t>
            </a:r>
            <a:r>
              <a:rPr lang="en-US" sz="1300" dirty="0">
                <a:solidFill>
                  <a:srgbClr val="FFFFFF"/>
                </a:solidFill>
                <a:ea typeface="Consolas" pitchFamily="34" charset="-122"/>
                <a:cs typeface="Consolas" pitchFamily="34" charset="-120"/>
              </a:rPr>
              <a:t>olist_db.dbo.product_category_name_translation 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43000" y="3950208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00BFFF"/>
                </a:solidFill>
                <a:ea typeface="Consolas" pitchFamily="34" charset="-122"/>
                <a:cs typeface="Consolas" pitchFamily="34" charset="-120"/>
              </a:rPr>
              <a:t>    ON </a:t>
            </a:r>
            <a:r>
              <a:rPr lang="en-US" sz="1300" dirty="0">
                <a:solidFill>
                  <a:srgbClr val="FFFFFF"/>
                </a:solidFill>
                <a:ea typeface="Consolas" pitchFamily="34" charset="-122"/>
                <a:cs typeface="Consolas" pitchFamily="34" charset="-120"/>
              </a:rPr>
              <a:t>p.product_category_name = t.prod_cat_name_por;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45743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2800" b="1" dirty="0" err="1">
                <a:solidFill>
                  <a:srgbClr val="333333"/>
                </a:solidFill>
                <a:latin typeface="Calibri" panose="020F0502020204030204" pitchFamily="34" charset="0"/>
                <a:ea typeface="Cambria" pitchFamily="34" charset="-122"/>
                <a:cs typeface="Calibri" panose="020F0502020204030204" pitchFamily="34" charset="0"/>
              </a:rPr>
              <a:t>החלטת</a:t>
            </a:r>
            <a:r>
              <a:rPr lang="en-US" sz="2800" b="1" dirty="0">
                <a:solidFill>
                  <a:srgbClr val="333333"/>
                </a:solidFill>
                <a:latin typeface="Calibri" panose="020F0502020204030204" pitchFamily="34" charset="0"/>
                <a:ea typeface="Cambria" pitchFamily="34" charset="-122"/>
                <a:cs typeface="Calibri" panose="020F0502020204030204" pitchFamily="34" charset="0"/>
              </a:rPr>
              <a:t> </a:t>
            </a:r>
            <a:r>
              <a:rPr lang="en-US" sz="2800" b="1" dirty="0" err="1">
                <a:solidFill>
                  <a:srgbClr val="333333"/>
                </a:solidFill>
                <a:latin typeface="Calibri" panose="020F0502020204030204" pitchFamily="34" charset="0"/>
                <a:ea typeface="Cambria" pitchFamily="34" charset="-122"/>
                <a:cs typeface="Calibri" panose="020F0502020204030204" pitchFamily="34" charset="0"/>
              </a:rPr>
              <a:t>עיצוב</a:t>
            </a:r>
            <a:r>
              <a:rPr lang="he-IL" sz="2800" b="1" dirty="0">
                <a:solidFill>
                  <a:srgbClr val="333333"/>
                </a:solidFill>
                <a:latin typeface="Calibri" panose="020F0502020204030204" pitchFamily="34" charset="0"/>
                <a:ea typeface="Cambria" pitchFamily="34" charset="-122"/>
                <a:cs typeface="Calibri" panose="020F0502020204030204" pitchFamily="34" charset="0"/>
              </a:rPr>
              <a:t> הסכימה</a:t>
            </a:r>
            <a:r>
              <a:rPr lang="en-US" sz="2800" b="1" dirty="0">
                <a:solidFill>
                  <a:srgbClr val="333333"/>
                </a:solidFill>
                <a:latin typeface="Calibri" panose="020F0502020204030204" pitchFamily="34" charset="0"/>
                <a:ea typeface="Cambria" pitchFamily="34" charset="-122"/>
                <a:cs typeface="Calibri" panose="020F0502020204030204" pitchFamily="34" charset="0"/>
              </a:rPr>
              <a:t> המרכזית</a:t>
            </a:r>
            <a:endParaRPr lang="en-US" sz="2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 Constellation</a:t>
            </a:r>
            <a:r>
              <a:rPr lang="he-IL" sz="14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לעומת</a:t>
            </a:r>
            <a:r>
              <a:rPr lang="he-IL" sz="14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Star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46520" y="1828800"/>
            <a:ext cx="5029200" cy="3749040"/>
          </a:xfrm>
          <a:prstGeom prst="roundRect">
            <a:avLst>
              <a:gd name="adj" fmla="val 1951"/>
            </a:avLst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46520" y="20574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6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</a:t>
            </a:r>
            <a:r>
              <a:rPr lang="he-IL" sz="16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יחיד</a:t>
            </a:r>
            <a:r>
              <a:rPr lang="en-US" sz="16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(Original) 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766560" y="2606040"/>
            <a:ext cx="43891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 rtl="1">
              <a:buNone/>
            </a:pPr>
            <a:r>
              <a:rPr lang="en-US" sz="1300" dirty="0" err="1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Fact_Sales</a:t>
            </a:r>
            <a:r>
              <a:rPr lang="he-IL" sz="13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אחד</a:t>
            </a:r>
            <a:r>
              <a:rPr lang="en-US" sz="13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ברמת</a:t>
            </a:r>
            <a:r>
              <a:rPr lang="he-IL" sz="13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</a:t>
            </a:r>
            <a:r>
              <a:rPr lang="he-IL" sz="13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pPr marL="0" indent="0" algn="r" rtl="1">
              <a:buNone/>
            </a:pPr>
            <a:r>
              <a:rPr lang="en-US" sz="1300" dirty="0">
                <a:solidFill>
                  <a:srgbClr val="5C5C5C"/>
                </a:solidFill>
                <a:latin typeface="Calibri" pitchFamily="34" charset="0"/>
                <a:cs typeface="Calibri" pitchFamily="34" charset="-120"/>
              </a:rPr>
              <a:t>Payment</a:t>
            </a:r>
            <a:r>
              <a:rPr lang="he-IL" sz="1300" dirty="0">
                <a:solidFill>
                  <a:srgbClr val="5C5C5C"/>
                </a:solidFill>
                <a:latin typeface="Calibri" pitchFamily="34" charset="0"/>
                <a:cs typeface="Calibri" pitchFamily="34" charset="-120"/>
              </a:rPr>
              <a:t> ו</a:t>
            </a:r>
            <a:r>
              <a:rPr lang="en-US" sz="1300" dirty="0">
                <a:solidFill>
                  <a:srgbClr val="5C5C5C"/>
                </a:solidFill>
                <a:latin typeface="Calibri" pitchFamily="34" charset="0"/>
                <a:cs typeface="Calibri" pitchFamily="34" charset="-120"/>
              </a:rPr>
              <a:t>Reviews</a:t>
            </a:r>
            <a:r>
              <a:rPr lang="he-IL" sz="1300" dirty="0">
                <a:solidFill>
                  <a:srgbClr val="5C5C5C"/>
                </a:solidFill>
                <a:latin typeface="Calibri" pitchFamily="34" charset="0"/>
                <a:cs typeface="Calibri" pitchFamily="34" charset="-120"/>
              </a:rPr>
              <a:t> (ברמת </a:t>
            </a:r>
            <a:r>
              <a:rPr lang="en-US" sz="1300" dirty="0">
                <a:solidFill>
                  <a:srgbClr val="5C5C5C"/>
                </a:solidFill>
                <a:latin typeface="Calibri" pitchFamily="34" charset="0"/>
                <a:cs typeface="Calibri" pitchFamily="34" charset="-120"/>
              </a:rPr>
              <a:t>Order</a:t>
            </a:r>
            <a:r>
              <a:rPr lang="he-IL" sz="1300" dirty="0">
                <a:solidFill>
                  <a:srgbClr val="5C5C5C"/>
                </a:solidFill>
                <a:latin typeface="Calibri" pitchFamily="34" charset="0"/>
                <a:cs typeface="Calibri" pitchFamily="34" charset="-120"/>
              </a:rPr>
              <a:t>). מצטרפים לשורות </a:t>
            </a:r>
            <a:r>
              <a:rPr lang="en-US" sz="1300" dirty="0">
                <a:solidFill>
                  <a:srgbClr val="5C5C5C"/>
                </a:solidFill>
                <a:latin typeface="Calibri" pitchFamily="34" charset="0"/>
                <a:cs typeface="Calibri" pitchFamily="34" charset="-120"/>
              </a:rPr>
              <a:t>item</a:t>
            </a:r>
            <a:r>
              <a:rPr lang="he-IL" sz="1300" dirty="0">
                <a:solidFill>
                  <a:srgbClr val="5C5C5C"/>
                </a:solidFill>
                <a:latin typeface="Calibri" pitchFamily="34" charset="0"/>
                <a:cs typeface="Calibri" pitchFamily="34" charset="-120"/>
              </a:rPr>
              <a:t>.</a:t>
            </a:r>
            <a:endParaRPr lang="en-US" sz="1300" dirty="0"/>
          </a:p>
          <a:p>
            <a:pPr marL="0" indent="0" algn="r" rtl="1">
              <a:buNone/>
            </a:pPr>
            <a:endParaRPr lang="en-US" sz="1300" dirty="0"/>
          </a:p>
          <a:p>
            <a:pPr marL="0" indent="0" algn="r" rtl="1">
              <a:buNone/>
            </a:pPr>
            <a:r>
              <a:rPr lang="en-US" sz="13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כל תשלום מוכפל במספר </a:t>
            </a:r>
            <a:r>
              <a:rPr lang="en-US" sz="1300" dirty="0" err="1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הפריטים</a:t>
            </a:r>
            <a:r>
              <a:rPr lang="en-US" sz="13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בהזמנה</a:t>
            </a:r>
            <a:endParaRPr lang="en-US" sz="1300" dirty="0"/>
          </a:p>
          <a:p>
            <a:pPr marL="0" indent="0" algn="r" rtl="1">
              <a:buNone/>
            </a:pPr>
            <a:r>
              <a:rPr lang="he-IL" sz="13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יצר לי </a:t>
            </a:r>
            <a:r>
              <a:rPr lang="en-US" sz="13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SUM(</a:t>
            </a:r>
            <a:r>
              <a:rPr lang="en-US" sz="1300" dirty="0" err="1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Payment_Value</a:t>
            </a:r>
            <a:r>
              <a:rPr lang="en-US" sz="13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r>
              <a:rPr lang="he-IL" sz="13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מנופח</a:t>
            </a:r>
            <a:r>
              <a:rPr lang="en-US" sz="13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  <a:p>
            <a:pPr marL="0" indent="0" algn="r" rtl="1">
              <a:buNone/>
            </a:pPr>
            <a:endParaRPr lang="en-US" sz="1300" dirty="0"/>
          </a:p>
          <a:p>
            <a:pPr marL="0" indent="0" algn="r" rtl="1">
              <a:buNone/>
            </a:pPr>
            <a:r>
              <a:rPr lang="en-US" sz="13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כל ביקורת מוכפלת </a:t>
            </a:r>
            <a:r>
              <a:rPr lang="en-US" sz="1300" dirty="0" err="1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אותו</a:t>
            </a:r>
            <a:r>
              <a:rPr lang="en-US" sz="13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דבר</a:t>
            </a:r>
            <a:endParaRPr lang="en-US" sz="1300" dirty="0"/>
          </a:p>
          <a:p>
            <a:pPr marL="0" indent="0" algn="r" rtl="1">
              <a:buNone/>
            </a:pPr>
            <a:r>
              <a:rPr lang="en-US" sz="13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AVG(Review_Score) </a:t>
            </a:r>
            <a:r>
              <a:rPr lang="he-IL" sz="13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מוטה</a:t>
            </a:r>
            <a:r>
              <a:rPr lang="en-US" sz="13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85800" y="1828800"/>
            <a:ext cx="5029200" cy="3749040"/>
          </a:xfrm>
          <a:prstGeom prst="roundRect">
            <a:avLst>
              <a:gd name="adj" fmla="val 1951"/>
            </a:avLst>
          </a:prstGeom>
          <a:solidFill>
            <a:srgbClr val="0077C2"/>
          </a:solidFill>
          <a:ln/>
        </p:spPr>
        <p:txBody>
          <a:bodyPr/>
          <a:lstStyle/>
          <a:p>
            <a:pPr marL="0" algn="r" defTabSz="914400" rtl="1" eaLnBrk="1" latinLnBrk="0" hangingPunct="1"/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85800" y="20574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rtl="1"/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 Constellation (Galaxy)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05840" y="2606040"/>
            <a:ext cx="43891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 rtl="1">
              <a:buNone/>
            </a:pPr>
            <a:r>
              <a:rPr lang="en-US" sz="13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שלוש</a:t>
            </a:r>
            <a:r>
              <a:rPr lang="en-US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he-IL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טבלאות </a:t>
            </a:r>
            <a:r>
              <a:rPr lang="en-US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</a:t>
            </a:r>
            <a:r>
              <a:rPr lang="he-IL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3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שלושה</a:t>
            </a:r>
            <a:r>
              <a:rPr lang="en-US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GRAINS</a:t>
            </a:r>
            <a:r>
              <a:rPr lang="he-IL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נפרדים</a:t>
            </a:r>
            <a:r>
              <a:rPr lang="en-US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endParaRPr lang="en-US" sz="1300" dirty="0">
              <a:solidFill>
                <a:schemeClr val="bg1"/>
              </a:solidFill>
            </a:endParaRPr>
          </a:p>
          <a:p>
            <a:pPr marL="0" indent="0" algn="r" rtl="1">
              <a:buNone/>
            </a:pPr>
            <a:r>
              <a:rPr lang="en-US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Fact_Order_Items (order_id + item_id)</a:t>
            </a:r>
            <a:endParaRPr lang="en-US" sz="1300" dirty="0">
              <a:solidFill>
                <a:schemeClr val="bg1"/>
              </a:solidFill>
            </a:endParaRPr>
          </a:p>
          <a:p>
            <a:pPr marL="0" indent="0" algn="r" rtl="1">
              <a:buNone/>
            </a:pPr>
            <a:r>
              <a:rPr lang="en-US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Fact_Payments (order_id + sequential)</a:t>
            </a:r>
            <a:endParaRPr lang="en-US" sz="1300" dirty="0">
              <a:solidFill>
                <a:schemeClr val="bg1"/>
              </a:solidFill>
            </a:endParaRPr>
          </a:p>
          <a:p>
            <a:pPr marL="0" indent="0" algn="r" rtl="1">
              <a:buNone/>
            </a:pPr>
            <a:r>
              <a:rPr lang="en-US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Fact_Reviews (review_id)</a:t>
            </a:r>
            <a:endParaRPr lang="en-US" sz="1300" dirty="0">
              <a:solidFill>
                <a:schemeClr val="bg1"/>
              </a:solidFill>
            </a:endParaRPr>
          </a:p>
          <a:p>
            <a:pPr marL="0" indent="0" algn="r" rtl="1">
              <a:buNone/>
            </a:pPr>
            <a:endParaRPr lang="en-US" sz="1300" dirty="0">
              <a:solidFill>
                <a:schemeClr val="bg1"/>
              </a:solidFill>
            </a:endParaRPr>
          </a:p>
          <a:p>
            <a:pPr marL="0" indent="0" algn="r" rtl="1">
              <a:buNone/>
            </a:pPr>
            <a:r>
              <a:rPr lang="en-US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מחוברות דרך ממדים משותפים בלבד.</a:t>
            </a:r>
            <a:endParaRPr lang="en-US" sz="1300" dirty="0">
              <a:solidFill>
                <a:schemeClr val="bg1"/>
              </a:solidFill>
            </a:endParaRPr>
          </a:p>
          <a:p>
            <a:pPr marL="0" indent="0" algn="r" rtl="1">
              <a:buNone/>
            </a:pPr>
            <a:endParaRPr lang="en-US" sz="1300" dirty="0">
              <a:solidFill>
                <a:schemeClr val="bg1"/>
              </a:solidFill>
            </a:endParaRPr>
          </a:p>
          <a:p>
            <a:pPr marL="0" indent="0" algn="r" rtl="1">
              <a:buNone/>
            </a:pPr>
            <a:r>
              <a:rPr lang="en-US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</a:t>
            </a:r>
            <a:r>
              <a:rPr lang="he-IL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ו</a:t>
            </a:r>
            <a:r>
              <a:rPr lang="en-US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</a:t>
            </a:r>
            <a:r>
              <a:rPr lang="he-IL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יותר </a:t>
            </a:r>
            <a:r>
              <a:rPr lang="en-US" sz="13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נכונים</a:t>
            </a:r>
            <a:r>
              <a:rPr lang="en-US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בכל</a:t>
            </a:r>
            <a:r>
              <a:rPr lang="he-IL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grain</a:t>
            </a:r>
            <a:r>
              <a:rPr lang="he-IL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בלי</a:t>
            </a:r>
            <a:r>
              <a:rPr lang="en-US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מניפולציה.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1145743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he-IL" sz="2800" b="1" dirty="0">
                <a:solidFill>
                  <a:srgbClr val="333333"/>
                </a:solidFill>
                <a:latin typeface="Calibri" panose="020F0502020204030204" pitchFamily="34" charset="0"/>
                <a:ea typeface="Cambria" pitchFamily="34" charset="-122"/>
                <a:cs typeface="Calibri" panose="020F0502020204030204" pitchFamily="34" charset="0"/>
              </a:rPr>
              <a:t>שכבה 3: גרעין</a:t>
            </a:r>
            <a:r>
              <a:rPr lang="en-US" sz="2800" b="1" dirty="0">
                <a:solidFill>
                  <a:srgbClr val="333333"/>
                </a:solidFill>
                <a:latin typeface="Calibri" panose="020F0502020204030204" pitchFamily="34" charset="0"/>
                <a:ea typeface="Cambria" pitchFamily="34" charset="-122"/>
                <a:cs typeface="Calibri" panose="020F0502020204030204" pitchFamily="34" charset="0"/>
              </a:rPr>
              <a:t> </a:t>
            </a:r>
            <a:r>
              <a:rPr lang="he-IL" sz="2800" b="1" dirty="0">
                <a:solidFill>
                  <a:srgbClr val="333333"/>
                </a:solidFill>
                <a:latin typeface="Calibri" panose="020F0502020204030204" pitchFamily="34" charset="0"/>
                <a:ea typeface="Cambria" pitchFamily="34" charset="-122"/>
                <a:cs typeface="Calibri" panose="020F0502020204030204" pitchFamily="34" charset="0"/>
              </a:rPr>
              <a:t>נכון</a:t>
            </a:r>
            <a:r>
              <a:rPr lang="en-US" sz="2800" b="1" dirty="0">
                <a:solidFill>
                  <a:srgbClr val="333333"/>
                </a:solidFill>
                <a:latin typeface="Calibri" panose="020F0502020204030204" pitchFamily="34" charset="0"/>
                <a:ea typeface="Cambria" pitchFamily="34" charset="-122"/>
                <a:cs typeface="Calibri" panose="020F0502020204030204" pitchFamily="34" charset="0"/>
              </a:rPr>
              <a:t> ב</a:t>
            </a:r>
            <a:r>
              <a:rPr lang="he-IL" sz="2800" b="1" dirty="0">
                <a:solidFill>
                  <a:srgbClr val="333333"/>
                </a:solidFill>
                <a:latin typeface="Calibri" panose="020F0502020204030204" pitchFamily="34" charset="0"/>
                <a:ea typeface="Cambria" pitchFamily="34" charset="-122"/>
                <a:cs typeface="Calibri" panose="020F0502020204030204" pitchFamily="34" charset="0"/>
              </a:rPr>
              <a:t>-</a:t>
            </a:r>
            <a:r>
              <a:rPr lang="en-US" sz="2800" b="1" dirty="0">
                <a:solidFill>
                  <a:srgbClr val="333333"/>
                </a:solidFill>
                <a:latin typeface="Calibri" panose="020F0502020204030204" pitchFamily="34" charset="0"/>
                <a:ea typeface="Cambria" pitchFamily="34" charset="-122"/>
                <a:cs typeface="Calibri" panose="020F0502020204030204" pitchFamily="34" charset="0"/>
              </a:rPr>
              <a:t>DWH</a:t>
            </a:r>
            <a:endParaRPr lang="en-US" sz="2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07_galaxy_ddl.sql - Fact_Order_Items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10515600" cy="3291840"/>
          </a:xfrm>
          <a:prstGeom prst="roundRect">
            <a:avLst>
              <a:gd name="adj" fmla="val 2222"/>
            </a:avLst>
          </a:prstGeom>
          <a:solidFill>
            <a:srgbClr val="00619A"/>
          </a:solidFill>
          <a:ln/>
        </p:spPr>
        <p:txBody>
          <a:bodyPr/>
          <a:lstStyle/>
          <a:p>
            <a:pPr marL="0" algn="r" defTabSz="914400" rtl="1" eaLnBrk="1" latinLnBrk="0" hangingPunct="1"/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143000" y="2084832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59A5F5"/>
                </a:solidFill>
                <a:latin typeface="Calibri" panose="020F0502020204030204" pitchFamily="34" charset="0"/>
                <a:ea typeface="Consolas" pitchFamily="34" charset="-122"/>
                <a:cs typeface="Calibri" panose="020F0502020204030204" pitchFamily="34" charset="0"/>
              </a:rPr>
              <a:t>-- grain = order_id + order_item_id</a:t>
            </a:r>
            <a:endParaRPr lang="en-US" sz="13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143000" y="2395728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BFFF"/>
                </a:solidFill>
                <a:latin typeface="Calibri" panose="020F0502020204030204" pitchFamily="34" charset="0"/>
                <a:ea typeface="Consolas" pitchFamily="34" charset="-122"/>
                <a:cs typeface="Calibri" panose="020F0502020204030204" pitchFamily="34" charset="0"/>
              </a:rPr>
              <a:t>CREATE TABLE </a:t>
            </a: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onsolas" pitchFamily="34" charset="-122"/>
                <a:cs typeface="Calibri" panose="020F0502020204030204" pitchFamily="34" charset="0"/>
              </a:rPr>
              <a:t>dbo.Fact_Order_Items (</a:t>
            </a:r>
            <a:endParaRPr lang="en-US" sz="13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143000" y="2706624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onsolas" pitchFamily="34" charset="-122"/>
                <a:cs typeface="Calibri" panose="020F0502020204030204" pitchFamily="34" charset="0"/>
              </a:rPr>
              <a:t>    </a:t>
            </a:r>
            <a:r>
              <a:rPr lang="en-US" sz="1300" dirty="0" err="1">
                <a:solidFill>
                  <a:srgbClr val="FFFFFF"/>
                </a:solidFill>
                <a:latin typeface="Calibri" panose="020F0502020204030204" pitchFamily="34" charset="0"/>
                <a:ea typeface="Consolas" pitchFamily="34" charset="-122"/>
                <a:cs typeface="Calibri" panose="020F0502020204030204" pitchFamily="34" charset="0"/>
              </a:rPr>
              <a:t>Fact_Key</a:t>
            </a: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onsolas" pitchFamily="34" charset="-122"/>
                <a:cs typeface="Calibri" panose="020F0502020204030204" pitchFamily="34" charset="0"/>
              </a:rPr>
              <a:t>       </a:t>
            </a:r>
            <a:r>
              <a:rPr lang="he-IL" sz="1300" dirty="0">
                <a:solidFill>
                  <a:srgbClr val="FFFFFF"/>
                </a:solidFill>
                <a:latin typeface="Calibri" panose="020F0502020204030204" pitchFamily="34" charset="0"/>
                <a:ea typeface="Consolas" pitchFamily="34" charset="-122"/>
                <a:cs typeface="Calibri" panose="020F0502020204030204" pitchFamily="34" charset="0"/>
              </a:rPr>
              <a:t>	</a:t>
            </a: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onsolas" pitchFamily="34" charset="-122"/>
                <a:cs typeface="Calibri" panose="020F0502020204030204" pitchFamily="34" charset="0"/>
              </a:rPr>
              <a:t> BIGINT IDENTITY(1,1) PRIMARY KEY,</a:t>
            </a:r>
            <a:endParaRPr lang="en-US" sz="13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143000" y="3017520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onsolas" pitchFamily="34" charset="-122"/>
                <a:cs typeface="Calibri" panose="020F0502020204030204" pitchFamily="34" charset="0"/>
              </a:rPr>
              <a:t>    </a:t>
            </a:r>
            <a:r>
              <a:rPr lang="en-US" sz="1300" dirty="0" err="1">
                <a:solidFill>
                  <a:srgbClr val="FFFFFF"/>
                </a:solidFill>
                <a:latin typeface="Calibri" panose="020F0502020204030204" pitchFamily="34" charset="0"/>
                <a:ea typeface="Consolas" pitchFamily="34" charset="-122"/>
                <a:cs typeface="Calibri" panose="020F0502020204030204" pitchFamily="34" charset="0"/>
              </a:rPr>
              <a:t>Order_ID</a:t>
            </a: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onsolas" pitchFamily="34" charset="-122"/>
                <a:cs typeface="Calibri" panose="020F0502020204030204" pitchFamily="34" charset="0"/>
              </a:rPr>
              <a:t>       </a:t>
            </a:r>
            <a:r>
              <a:rPr lang="he-IL" sz="1300" dirty="0">
                <a:solidFill>
                  <a:srgbClr val="FFFFFF"/>
                </a:solidFill>
                <a:latin typeface="Calibri" panose="020F0502020204030204" pitchFamily="34" charset="0"/>
                <a:ea typeface="Consolas" pitchFamily="34" charset="-122"/>
                <a:cs typeface="Calibri" panose="020F0502020204030204" pitchFamily="34" charset="0"/>
              </a:rPr>
              <a:t>	</a:t>
            </a: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onsolas" pitchFamily="34" charset="-122"/>
                <a:cs typeface="Calibri" panose="020F0502020204030204" pitchFamily="34" charset="0"/>
              </a:rPr>
              <a:t> VARCHAR(50) NOT NULL,</a:t>
            </a:r>
            <a:endParaRPr lang="en-US" sz="13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1143000" y="3328416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onsolas" pitchFamily="34" charset="-122"/>
                <a:cs typeface="Calibri" panose="020F0502020204030204" pitchFamily="34" charset="0"/>
              </a:rPr>
              <a:t>    </a:t>
            </a:r>
            <a:r>
              <a:rPr lang="en-US" sz="1300" dirty="0" err="1">
                <a:solidFill>
                  <a:srgbClr val="FFFFFF"/>
                </a:solidFill>
                <a:latin typeface="Calibri" panose="020F0502020204030204" pitchFamily="34" charset="0"/>
                <a:ea typeface="Consolas" pitchFamily="34" charset="-122"/>
                <a:cs typeface="Calibri" panose="020F0502020204030204" pitchFamily="34" charset="0"/>
              </a:rPr>
              <a:t>Order_Item_ID</a:t>
            </a: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onsolas" pitchFamily="34" charset="-122"/>
                <a:cs typeface="Calibri" panose="020F0502020204030204" pitchFamily="34" charset="0"/>
              </a:rPr>
              <a:t>   </a:t>
            </a:r>
            <a:r>
              <a:rPr lang="he-IL" sz="1300" dirty="0">
                <a:solidFill>
                  <a:srgbClr val="FFFFFF"/>
                </a:solidFill>
                <a:latin typeface="Calibri" panose="020F0502020204030204" pitchFamily="34" charset="0"/>
                <a:ea typeface="Consolas" pitchFamily="34" charset="-122"/>
                <a:cs typeface="Calibri" panose="020F0502020204030204" pitchFamily="34" charset="0"/>
              </a:rPr>
              <a:t>	</a:t>
            </a: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onsolas" pitchFamily="34" charset="-122"/>
                <a:cs typeface="Calibri" panose="020F0502020204030204" pitchFamily="34" charset="0"/>
              </a:rPr>
              <a:t>INT NOT NULL,</a:t>
            </a:r>
            <a:endParaRPr lang="en-US" sz="13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143000" y="3639312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onsolas" pitchFamily="34" charset="-122"/>
                <a:cs typeface="Calibri" panose="020F0502020204030204" pitchFamily="34" charset="0"/>
              </a:rPr>
              <a:t>    Order_Key      </a:t>
            </a:r>
            <a:r>
              <a:rPr lang="he-IL" sz="1300" dirty="0">
                <a:solidFill>
                  <a:srgbClr val="FFFFFF"/>
                </a:solidFill>
                <a:latin typeface="Calibri" panose="020F0502020204030204" pitchFamily="34" charset="0"/>
                <a:ea typeface="Consolas" pitchFamily="34" charset="-122"/>
                <a:cs typeface="Calibri" panose="020F0502020204030204" pitchFamily="34" charset="0"/>
              </a:rPr>
              <a:t>	</a:t>
            </a: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onsolas" pitchFamily="34" charset="-122"/>
                <a:cs typeface="Calibri" panose="020F0502020204030204" pitchFamily="34" charset="0"/>
              </a:rPr>
              <a:t> INT </a:t>
            </a:r>
            <a:r>
              <a:rPr lang="en-US" sz="1300" dirty="0">
                <a:solidFill>
                  <a:srgbClr val="00BFFF"/>
                </a:solidFill>
                <a:latin typeface="Calibri" panose="020F0502020204030204" pitchFamily="34" charset="0"/>
                <a:ea typeface="Consolas" pitchFamily="34" charset="-122"/>
                <a:cs typeface="Calibri" panose="020F0502020204030204" pitchFamily="34" charset="0"/>
              </a:rPr>
              <a:t>FOREIGN KEY</a:t>
            </a: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onsolas" pitchFamily="34" charset="-122"/>
                <a:cs typeface="Calibri" panose="020F0502020204030204" pitchFamily="34" charset="0"/>
              </a:rPr>
              <a:t> REFERENCES dbo.Dim_Order(Order_Key),</a:t>
            </a:r>
            <a:endParaRPr lang="en-US" sz="13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143000" y="3950208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onsolas" pitchFamily="34" charset="-122"/>
                <a:cs typeface="Calibri" panose="020F0502020204030204" pitchFamily="34" charset="0"/>
              </a:rPr>
              <a:t>    Price           </a:t>
            </a:r>
            <a:r>
              <a:rPr lang="he-IL" sz="1300" dirty="0">
                <a:solidFill>
                  <a:srgbClr val="FFFFFF"/>
                </a:solidFill>
                <a:latin typeface="Calibri" panose="020F0502020204030204" pitchFamily="34" charset="0"/>
                <a:ea typeface="Consolas" pitchFamily="34" charset="-122"/>
                <a:cs typeface="Calibri" panose="020F0502020204030204" pitchFamily="34" charset="0"/>
              </a:rPr>
              <a:t>		</a:t>
            </a: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onsolas" pitchFamily="34" charset="-122"/>
                <a:cs typeface="Calibri" panose="020F0502020204030204" pitchFamily="34" charset="0"/>
              </a:rPr>
              <a:t>DECIMAL(10,2),</a:t>
            </a:r>
            <a:endParaRPr lang="en-US" sz="13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143000" y="4261104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onsolas" pitchFamily="34" charset="-122"/>
                <a:cs typeface="Calibri" panose="020F0502020204030204" pitchFamily="34" charset="0"/>
              </a:rPr>
              <a:t>    </a:t>
            </a:r>
            <a:r>
              <a:rPr lang="en-US" sz="1300" dirty="0" err="1">
                <a:solidFill>
                  <a:srgbClr val="FFFFFF"/>
                </a:solidFill>
                <a:latin typeface="Calibri" panose="020F0502020204030204" pitchFamily="34" charset="0"/>
                <a:ea typeface="Consolas" pitchFamily="34" charset="-122"/>
                <a:cs typeface="Calibri" panose="020F0502020204030204" pitchFamily="34" charset="0"/>
              </a:rPr>
              <a:t>Freight_Value</a:t>
            </a: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onsolas" pitchFamily="34" charset="-122"/>
                <a:cs typeface="Calibri" panose="020F0502020204030204" pitchFamily="34" charset="0"/>
              </a:rPr>
              <a:t>   </a:t>
            </a:r>
            <a:r>
              <a:rPr lang="he-IL" sz="1300" dirty="0">
                <a:solidFill>
                  <a:srgbClr val="FFFFFF"/>
                </a:solidFill>
                <a:latin typeface="Calibri" panose="020F0502020204030204" pitchFamily="34" charset="0"/>
                <a:ea typeface="Consolas" pitchFamily="34" charset="-122"/>
                <a:cs typeface="Calibri" panose="020F0502020204030204" pitchFamily="34" charset="0"/>
              </a:rPr>
              <a:t>	</a:t>
            </a: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onsolas" pitchFamily="34" charset="-122"/>
                <a:cs typeface="Calibri" panose="020F0502020204030204" pitchFamily="34" charset="0"/>
              </a:rPr>
              <a:t>DECIMAL(10,2)</a:t>
            </a:r>
            <a:endParaRPr lang="en-US" sz="13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143000" y="4572000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onsolas" pitchFamily="34" charset="-122"/>
                <a:cs typeface="Calibri" panose="020F0502020204030204" pitchFamily="34" charset="0"/>
              </a:rPr>
              <a:t>);</a:t>
            </a:r>
            <a:endParaRPr lang="en-US" sz="13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822960" y="53492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כל </a:t>
            </a:r>
            <a:r>
              <a:rPr lang="en-US" sz="1300" dirty="0" err="1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טבלת</a:t>
            </a:r>
            <a:r>
              <a:rPr lang="he-IL" sz="13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</a:t>
            </a:r>
            <a:r>
              <a:rPr lang="he-IL" sz="13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נטענת</a:t>
            </a:r>
            <a:r>
              <a:rPr lang="en-US" sz="13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בגרעין</a:t>
            </a:r>
            <a:r>
              <a:rPr lang="en-US" sz="13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המקורי</a:t>
            </a:r>
            <a:r>
              <a:rPr lang="en-US" sz="13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שלה</a:t>
            </a:r>
            <a:r>
              <a:rPr lang="en-US" sz="13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זו הדרך </a:t>
            </a:r>
            <a:r>
              <a:rPr lang="en-US" sz="1300" dirty="0" err="1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שבה</a:t>
            </a:r>
            <a:r>
              <a:rPr lang="en-US" sz="13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המבנה</a:t>
            </a:r>
            <a:r>
              <a:rPr lang="en-US" sz="13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מונע ניפוח.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45743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7" name="Group 146">
            <a:extLst>
              <a:ext uri="{FF2B5EF4-FFF2-40B4-BE49-F238E27FC236}">
                <a16:creationId xmlns:a16="http://schemas.microsoft.com/office/drawing/2014/main" id="{1DD1BF3D-D862-4554-03B5-050CF49A79B2}"/>
              </a:ext>
            </a:extLst>
          </p:cNvPr>
          <p:cNvGrpSpPr/>
          <p:nvPr/>
        </p:nvGrpSpPr>
        <p:grpSpPr>
          <a:xfrm>
            <a:off x="418213" y="3989196"/>
            <a:ext cx="10582231" cy="1863602"/>
            <a:chOff x="418213" y="3989196"/>
            <a:chExt cx="10582231" cy="1863602"/>
          </a:xfrm>
        </p:grpSpPr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523E9212-8894-78F5-1F67-F0F89621139E}"/>
                </a:ext>
              </a:extLst>
            </p:cNvPr>
            <p:cNvCxnSpPr>
              <a:cxnSpLocks/>
              <a:stCxn id="3" idx="2"/>
              <a:endCxn id="17" idx="0"/>
            </p:cNvCxnSpPr>
            <p:nvPr/>
          </p:nvCxnSpPr>
          <p:spPr>
            <a:xfrm>
              <a:off x="3390722" y="4488927"/>
              <a:ext cx="251637" cy="852019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493C612D-3A75-D378-80F8-0DAC3D796E21}"/>
                </a:ext>
              </a:extLst>
            </p:cNvPr>
            <p:cNvCxnSpPr>
              <a:cxnSpLocks/>
              <a:stCxn id="3" idx="2"/>
              <a:endCxn id="15" idx="0"/>
            </p:cNvCxnSpPr>
            <p:nvPr/>
          </p:nvCxnSpPr>
          <p:spPr>
            <a:xfrm flipH="1">
              <a:off x="1352815" y="4488927"/>
              <a:ext cx="2037907" cy="86414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4BA0F245-1645-3A24-5020-D1D254400192}"/>
                </a:ext>
              </a:extLst>
            </p:cNvPr>
            <p:cNvSpPr/>
            <p:nvPr/>
          </p:nvSpPr>
          <p:spPr>
            <a:xfrm>
              <a:off x="2456120" y="3989196"/>
              <a:ext cx="1869204" cy="499731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err="1"/>
                <a:t>Fact_Order_Items</a:t>
              </a:r>
              <a:endParaRPr lang="en-US" dirty="0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D200C988-9B18-9558-68F6-3DCE1898F3F3}"/>
                </a:ext>
              </a:extLst>
            </p:cNvPr>
            <p:cNvSpPr/>
            <p:nvPr/>
          </p:nvSpPr>
          <p:spPr>
            <a:xfrm>
              <a:off x="6728282" y="3989196"/>
              <a:ext cx="1869204" cy="499731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err="1"/>
                <a:t>Fact_Reviews</a:t>
              </a:r>
              <a:endParaRPr lang="en-US" dirty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F9C86FB9-662F-6B33-9AB4-95E5C67872D9}"/>
                </a:ext>
              </a:extLst>
            </p:cNvPr>
            <p:cNvSpPr/>
            <p:nvPr/>
          </p:nvSpPr>
          <p:spPr>
            <a:xfrm>
              <a:off x="4592201" y="3989196"/>
              <a:ext cx="1869204" cy="499731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err="1"/>
                <a:t>Fact_Payments</a:t>
              </a:r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2D179A2-493C-F7F5-2D1B-98111C74F707}"/>
                </a:ext>
              </a:extLst>
            </p:cNvPr>
            <p:cNvSpPr/>
            <p:nvPr/>
          </p:nvSpPr>
          <p:spPr>
            <a:xfrm>
              <a:off x="4859078" y="5334885"/>
              <a:ext cx="1869204" cy="499731"/>
            </a:xfrm>
            <a:prstGeom prst="rect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err="1"/>
                <a:t>Dim_Order</a:t>
              </a:r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4D40593-178D-C6D4-E9BB-E104BDF626DC}"/>
                </a:ext>
              </a:extLst>
            </p:cNvPr>
            <p:cNvSpPr/>
            <p:nvPr/>
          </p:nvSpPr>
          <p:spPr>
            <a:xfrm>
              <a:off x="6979742" y="5334883"/>
              <a:ext cx="1869204" cy="499731"/>
            </a:xfrm>
            <a:prstGeom prst="rect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err="1"/>
                <a:t>Dim_Customer</a:t>
              </a:r>
              <a:endParaRPr lang="en-US" dirty="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3663F56D-1B32-00A7-65CD-C868C8161B70}"/>
                </a:ext>
              </a:extLst>
            </p:cNvPr>
            <p:cNvSpPr/>
            <p:nvPr/>
          </p:nvSpPr>
          <p:spPr>
            <a:xfrm>
              <a:off x="9131240" y="5334884"/>
              <a:ext cx="1869204" cy="499731"/>
            </a:xfrm>
            <a:prstGeom prst="rect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err="1"/>
                <a:t>Dim_Date</a:t>
              </a:r>
              <a:endParaRPr lang="en-US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3751BC39-8C07-9B22-A68F-0F5432123C4C}"/>
                </a:ext>
              </a:extLst>
            </p:cNvPr>
            <p:cNvSpPr/>
            <p:nvPr/>
          </p:nvSpPr>
          <p:spPr>
            <a:xfrm>
              <a:off x="418213" y="5353067"/>
              <a:ext cx="1869204" cy="499731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err="1"/>
                <a:t>Dim_Seller</a:t>
              </a:r>
              <a:endParaRPr lang="en-US" dirty="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D1728D80-440E-A630-AACA-55FC36E25E68}"/>
                </a:ext>
              </a:extLst>
            </p:cNvPr>
            <p:cNvSpPr/>
            <p:nvPr/>
          </p:nvSpPr>
          <p:spPr>
            <a:xfrm>
              <a:off x="2707757" y="5340946"/>
              <a:ext cx="1869204" cy="499731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err="1"/>
                <a:t>Dim_Product</a:t>
              </a:r>
              <a:endParaRPr lang="en-US" dirty="0"/>
            </a:p>
          </p:txBody>
        </p: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AC03540D-6F68-F652-2E25-22F6AA6111EC}"/>
                </a:ext>
              </a:extLst>
            </p:cNvPr>
            <p:cNvCxnSpPr>
              <a:stCxn id="3" idx="2"/>
              <a:endCxn id="9" idx="0"/>
            </p:cNvCxnSpPr>
            <p:nvPr/>
          </p:nvCxnSpPr>
          <p:spPr>
            <a:xfrm>
              <a:off x="3390722" y="4488927"/>
              <a:ext cx="2402958" cy="845958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3FCB6248-D1B8-374A-D393-E81716EC8D6E}"/>
                </a:ext>
              </a:extLst>
            </p:cNvPr>
            <p:cNvCxnSpPr>
              <a:cxnSpLocks/>
              <a:stCxn id="3" idx="2"/>
              <a:endCxn id="11" idx="0"/>
            </p:cNvCxnSpPr>
            <p:nvPr/>
          </p:nvCxnSpPr>
          <p:spPr>
            <a:xfrm>
              <a:off x="3390722" y="4488927"/>
              <a:ext cx="4523622" cy="845956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8BCC2815-276A-E09D-BD00-49B3E4A8B982}"/>
                </a:ext>
              </a:extLst>
            </p:cNvPr>
            <p:cNvCxnSpPr>
              <a:cxnSpLocks/>
              <a:stCxn id="3" idx="2"/>
              <a:endCxn id="13" idx="0"/>
            </p:cNvCxnSpPr>
            <p:nvPr/>
          </p:nvCxnSpPr>
          <p:spPr>
            <a:xfrm>
              <a:off x="3390722" y="4488927"/>
              <a:ext cx="6675120" cy="845957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BD2B9A52-AB37-74D9-05CF-BF488555CD60}"/>
                </a:ext>
              </a:extLst>
            </p:cNvPr>
            <p:cNvCxnSpPr>
              <a:cxnSpLocks/>
              <a:stCxn id="7" idx="2"/>
              <a:endCxn id="11" idx="0"/>
            </p:cNvCxnSpPr>
            <p:nvPr/>
          </p:nvCxnSpPr>
          <p:spPr>
            <a:xfrm>
              <a:off x="5526803" y="4488927"/>
              <a:ext cx="2387541" cy="845956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86CDE41E-66B8-106A-9A65-00803F76FF9D}"/>
                </a:ext>
              </a:extLst>
            </p:cNvPr>
            <p:cNvCxnSpPr>
              <a:cxnSpLocks/>
              <a:stCxn id="5" idx="2"/>
              <a:endCxn id="13" idx="0"/>
            </p:cNvCxnSpPr>
            <p:nvPr/>
          </p:nvCxnSpPr>
          <p:spPr>
            <a:xfrm>
              <a:off x="7662884" y="4488927"/>
              <a:ext cx="2402958" cy="845957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A7A2FEFC-8CFE-F9A0-8748-E241213060BB}"/>
                </a:ext>
              </a:extLst>
            </p:cNvPr>
            <p:cNvCxnSpPr>
              <a:cxnSpLocks/>
              <a:stCxn id="5" idx="2"/>
              <a:endCxn id="11" idx="0"/>
            </p:cNvCxnSpPr>
            <p:nvPr/>
          </p:nvCxnSpPr>
          <p:spPr>
            <a:xfrm>
              <a:off x="7662884" y="4488927"/>
              <a:ext cx="251460" cy="845956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69404100-FA80-A075-4524-35D3A68D0FE1}"/>
                </a:ext>
              </a:extLst>
            </p:cNvPr>
            <p:cNvCxnSpPr>
              <a:cxnSpLocks/>
              <a:stCxn id="5" idx="2"/>
              <a:endCxn id="9" idx="0"/>
            </p:cNvCxnSpPr>
            <p:nvPr/>
          </p:nvCxnSpPr>
          <p:spPr>
            <a:xfrm flipH="1">
              <a:off x="5793680" y="4488927"/>
              <a:ext cx="1869204" cy="845958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57EDBF8E-E14C-1447-670C-6226AA0D3A9F}"/>
                </a:ext>
              </a:extLst>
            </p:cNvPr>
            <p:cNvCxnSpPr>
              <a:cxnSpLocks/>
              <a:stCxn id="7" idx="2"/>
              <a:endCxn id="13" idx="0"/>
            </p:cNvCxnSpPr>
            <p:nvPr/>
          </p:nvCxnSpPr>
          <p:spPr>
            <a:xfrm>
              <a:off x="5526803" y="4488927"/>
              <a:ext cx="4539039" cy="845957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337019B7-0353-AD61-9DA6-476F4CE3F187}"/>
                </a:ext>
              </a:extLst>
            </p:cNvPr>
            <p:cNvCxnSpPr>
              <a:cxnSpLocks/>
              <a:stCxn id="9" idx="0"/>
              <a:endCxn id="7" idx="2"/>
            </p:cNvCxnSpPr>
            <p:nvPr/>
          </p:nvCxnSpPr>
          <p:spPr>
            <a:xfrm flipH="1" flipV="1">
              <a:off x="5526803" y="4488927"/>
              <a:ext cx="266877" cy="845958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46" name="Group 145">
            <a:extLst>
              <a:ext uri="{FF2B5EF4-FFF2-40B4-BE49-F238E27FC236}">
                <a16:creationId xmlns:a16="http://schemas.microsoft.com/office/drawing/2014/main" id="{C8074433-427C-C88C-5113-5AD762E7241F}"/>
              </a:ext>
            </a:extLst>
          </p:cNvPr>
          <p:cNvGrpSpPr/>
          <p:nvPr/>
        </p:nvGrpSpPr>
        <p:grpSpPr>
          <a:xfrm>
            <a:off x="6909035" y="1318865"/>
            <a:ext cx="4673010" cy="2170600"/>
            <a:chOff x="6909035" y="1318865"/>
            <a:chExt cx="4673010" cy="2170600"/>
          </a:xfrm>
        </p:grpSpPr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0EB08569-F368-D10C-4A64-E6120BBB653E}"/>
                </a:ext>
              </a:extLst>
            </p:cNvPr>
            <p:cNvSpPr/>
            <p:nvPr/>
          </p:nvSpPr>
          <p:spPr>
            <a:xfrm>
              <a:off x="8228536" y="2207035"/>
              <a:ext cx="1869204" cy="499731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err="1"/>
                <a:t>Fact_Sales</a:t>
              </a:r>
              <a:endParaRPr lang="en-US" dirty="0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FA76E910-52B1-1B1A-90EB-16EB9C275F0F}"/>
                </a:ext>
              </a:extLst>
            </p:cNvPr>
            <p:cNvSpPr/>
            <p:nvPr/>
          </p:nvSpPr>
          <p:spPr>
            <a:xfrm>
              <a:off x="9712841" y="1318865"/>
              <a:ext cx="1869204" cy="499731"/>
            </a:xfrm>
            <a:prstGeom prst="rect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err="1"/>
                <a:t>Dim_Seller</a:t>
              </a:r>
              <a:endParaRPr lang="en-US" dirty="0"/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0C71F89F-1A79-F1D1-0E21-5FDE40426E79}"/>
                </a:ext>
              </a:extLst>
            </p:cNvPr>
            <p:cNvSpPr/>
            <p:nvPr/>
          </p:nvSpPr>
          <p:spPr>
            <a:xfrm>
              <a:off x="9712841" y="2989734"/>
              <a:ext cx="1869204" cy="499731"/>
            </a:xfrm>
            <a:prstGeom prst="rect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err="1"/>
                <a:t>Dim_Customer</a:t>
              </a:r>
              <a:endParaRPr lang="en-US" dirty="0"/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B447F855-C180-7D81-FD8F-D44E98274F9C}"/>
                </a:ext>
              </a:extLst>
            </p:cNvPr>
            <p:cNvSpPr/>
            <p:nvPr/>
          </p:nvSpPr>
          <p:spPr>
            <a:xfrm>
              <a:off x="6909035" y="1337432"/>
              <a:ext cx="1869204" cy="499731"/>
            </a:xfrm>
            <a:prstGeom prst="rect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err="1"/>
                <a:t>Dim_Product</a:t>
              </a:r>
              <a:endParaRPr lang="en-US" dirty="0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F5C9B17A-0B0C-7794-9574-920257A483A8}"/>
                </a:ext>
              </a:extLst>
            </p:cNvPr>
            <p:cNvSpPr/>
            <p:nvPr/>
          </p:nvSpPr>
          <p:spPr>
            <a:xfrm>
              <a:off x="6909035" y="2989734"/>
              <a:ext cx="1869204" cy="499731"/>
            </a:xfrm>
            <a:prstGeom prst="rect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err="1"/>
                <a:t>Dim_Date</a:t>
              </a:r>
              <a:endParaRPr lang="en-US" dirty="0"/>
            </a:p>
          </p:txBody>
        </p: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DAF392B6-9511-A203-F58F-DBF944F3BCE0}"/>
                </a:ext>
              </a:extLst>
            </p:cNvPr>
            <p:cNvCxnSpPr>
              <a:cxnSpLocks/>
              <a:stCxn id="46" idx="0"/>
              <a:endCxn id="52" idx="2"/>
            </p:cNvCxnSpPr>
            <p:nvPr/>
          </p:nvCxnSpPr>
          <p:spPr>
            <a:xfrm flipH="1" flipV="1">
              <a:off x="7843637" y="1837163"/>
              <a:ext cx="1319501" cy="369872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A7AEE5A2-6DD9-6437-11E4-20CBB57D9FB4}"/>
                </a:ext>
              </a:extLst>
            </p:cNvPr>
            <p:cNvCxnSpPr>
              <a:cxnSpLocks/>
              <a:stCxn id="54" idx="0"/>
              <a:endCxn id="46" idx="2"/>
            </p:cNvCxnSpPr>
            <p:nvPr/>
          </p:nvCxnSpPr>
          <p:spPr>
            <a:xfrm flipV="1">
              <a:off x="7843637" y="2706766"/>
              <a:ext cx="1319501" cy="282968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B121F7DB-243A-F859-8557-D0074BA011B6}"/>
                </a:ext>
              </a:extLst>
            </p:cNvPr>
            <p:cNvCxnSpPr>
              <a:cxnSpLocks/>
              <a:stCxn id="46" idx="0"/>
              <a:endCxn id="48" idx="2"/>
            </p:cNvCxnSpPr>
            <p:nvPr/>
          </p:nvCxnSpPr>
          <p:spPr>
            <a:xfrm flipV="1">
              <a:off x="9163138" y="1818596"/>
              <a:ext cx="1484305" cy="388439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C1DC1E41-F7E9-F26E-3EB9-44136D0401CB}"/>
                </a:ext>
              </a:extLst>
            </p:cNvPr>
            <p:cNvCxnSpPr>
              <a:cxnSpLocks/>
              <a:stCxn id="50" idx="0"/>
              <a:endCxn id="46" idx="2"/>
            </p:cNvCxnSpPr>
            <p:nvPr/>
          </p:nvCxnSpPr>
          <p:spPr>
            <a:xfrm flipH="1" flipV="1">
              <a:off x="9163138" y="2706766"/>
              <a:ext cx="1484305" cy="282968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pic>
        <p:nvPicPr>
          <p:cNvPr id="134" name="Picture 133">
            <a:extLst>
              <a:ext uri="{FF2B5EF4-FFF2-40B4-BE49-F238E27FC236}">
                <a16:creationId xmlns:a16="http://schemas.microsoft.com/office/drawing/2014/main" id="{90A01F72-C945-DC36-65A2-544A318966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182" y="575628"/>
            <a:ext cx="4826795" cy="2914529"/>
          </a:xfrm>
          <a:prstGeom prst="rect">
            <a:avLst/>
          </a:prstGeom>
        </p:spPr>
      </p:pic>
      <p:sp>
        <p:nvSpPr>
          <p:cNvPr id="149" name="TextBox 148">
            <a:extLst>
              <a:ext uri="{FF2B5EF4-FFF2-40B4-BE49-F238E27FC236}">
                <a16:creationId xmlns:a16="http://schemas.microsoft.com/office/drawing/2014/main" id="{99713F3A-6B33-8648-5A1F-57AD01C9117E}"/>
              </a:ext>
            </a:extLst>
          </p:cNvPr>
          <p:cNvSpPr txBox="1"/>
          <p:nvPr/>
        </p:nvSpPr>
        <p:spPr>
          <a:xfrm>
            <a:off x="5455830" y="483665"/>
            <a:ext cx="609511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en-US" sz="2800" b="1" dirty="0" err="1">
                <a:solidFill>
                  <a:srgbClr val="333333"/>
                </a:solidFill>
                <a:latin typeface="Calibri" panose="020F0502020204030204" pitchFamily="34" charset="0"/>
                <a:ea typeface="Cambria" pitchFamily="34" charset="-122"/>
                <a:cs typeface="Calibri" panose="020F0502020204030204" pitchFamily="34" charset="0"/>
              </a:rPr>
              <a:t>ארכיטקטור</a:t>
            </a:r>
            <a:r>
              <a:rPr lang="he-IL" sz="2800" b="1" dirty="0">
                <a:solidFill>
                  <a:srgbClr val="333333"/>
                </a:solidFill>
                <a:latin typeface="Calibri" panose="020F0502020204030204" pitchFamily="34" charset="0"/>
                <a:ea typeface="Cambria" pitchFamily="34" charset="-122"/>
                <a:cs typeface="Calibri" panose="020F0502020204030204" pitchFamily="34" charset="0"/>
              </a:rPr>
              <a:t>ת הדאטה</a:t>
            </a:r>
            <a:endParaRPr lang="en-US" dirty="0"/>
          </a:p>
        </p:txBody>
      </p:sp>
      <p:sp>
        <p:nvSpPr>
          <p:cNvPr id="151" name="Text 17">
            <a:extLst>
              <a:ext uri="{FF2B5EF4-FFF2-40B4-BE49-F238E27FC236}">
                <a16:creationId xmlns:a16="http://schemas.microsoft.com/office/drawing/2014/main" id="{18CDFE80-5311-A372-F2BB-7B564CE266A7}"/>
              </a:ext>
            </a:extLst>
          </p:cNvPr>
          <p:cNvSpPr/>
          <p:nvPr/>
        </p:nvSpPr>
        <p:spPr>
          <a:xfrm>
            <a:off x="1145743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940810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333333"/>
                </a:solidFill>
                <a:latin typeface="Calibri" panose="020F0502020204030204" pitchFamily="34" charset="0"/>
                <a:ea typeface="Cambria" pitchFamily="34" charset="-122"/>
                <a:cs typeface="Calibri" panose="020F0502020204030204" pitchFamily="34" charset="0"/>
              </a:rPr>
              <a:t>ממצאי איכות נתונים</a:t>
            </a:r>
            <a:endParaRPr lang="en-US" sz="2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שלוש דוגמאות שהובילו להחלטות עיצוב</a:t>
            </a:r>
            <a:endParaRPr lang="en-US" sz="1400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FE376DCB-F012-1097-F8CB-1E66C5626268}"/>
              </a:ext>
            </a:extLst>
          </p:cNvPr>
          <p:cNvGrpSpPr/>
          <p:nvPr/>
        </p:nvGrpSpPr>
        <p:grpSpPr>
          <a:xfrm>
            <a:off x="8257032" y="1920240"/>
            <a:ext cx="3429000" cy="3566160"/>
            <a:chOff x="685800" y="1920240"/>
            <a:chExt cx="3429000" cy="3566160"/>
          </a:xfrm>
        </p:grpSpPr>
        <p:sp>
          <p:nvSpPr>
            <p:cNvPr id="4" name="Shape 2"/>
            <p:cNvSpPr/>
            <p:nvPr/>
          </p:nvSpPr>
          <p:spPr>
            <a:xfrm>
              <a:off x="685800" y="1920240"/>
              <a:ext cx="3429000" cy="3566160"/>
            </a:xfrm>
            <a:prstGeom prst="roundRect">
              <a:avLst>
                <a:gd name="adj" fmla="val 2667"/>
              </a:avLst>
            </a:prstGeom>
            <a:solidFill>
              <a:srgbClr val="F5F5F5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Shape 3"/>
            <p:cNvSpPr/>
            <p:nvPr/>
          </p:nvSpPr>
          <p:spPr>
            <a:xfrm>
              <a:off x="2125980" y="2194560"/>
              <a:ext cx="548640" cy="548640"/>
            </a:xfrm>
            <a:prstGeom prst="ellipse">
              <a:avLst/>
            </a:prstGeom>
            <a:solidFill>
              <a:srgbClr val="00619A"/>
            </a:solidFill>
            <a:ln/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" name="Text 4"/>
            <p:cNvSpPr/>
            <p:nvPr/>
          </p:nvSpPr>
          <p:spPr>
            <a:xfrm>
              <a:off x="2125980" y="2194560"/>
              <a:ext cx="548640" cy="5486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</a:t>
              </a:r>
              <a:endParaRPr lang="en-US" sz="1600" dirty="0"/>
            </a:p>
          </p:txBody>
        </p:sp>
        <p:sp>
          <p:nvSpPr>
            <p:cNvPr id="7" name="Text 5"/>
            <p:cNvSpPr/>
            <p:nvPr/>
          </p:nvSpPr>
          <p:spPr>
            <a:xfrm>
              <a:off x="914400" y="2971800"/>
              <a:ext cx="2971800" cy="8229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 algn="ctr" rtl="1">
                <a:buNone/>
              </a:pPr>
              <a:r>
                <a:rPr lang="en-US" sz="1400" b="1" dirty="0" err="1">
                  <a:solidFill>
                    <a:srgbClr val="3333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customer_id</a:t>
              </a:r>
              <a:r>
                <a:rPr lang="he-IL" sz="1400" b="1" dirty="0">
                  <a:solidFill>
                    <a:srgbClr val="3333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1400" b="1" dirty="0">
                  <a:solidFill>
                    <a:srgbClr val="3333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מול customer_unique_id</a:t>
              </a:r>
              <a:endParaRPr lang="en-US" sz="1400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960120" y="3886200"/>
              <a:ext cx="2880360" cy="137160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 algn="ctr" rtl="1">
                <a:buNone/>
              </a:pPr>
              <a:r>
                <a:rPr lang="he-IL" sz="1200" dirty="0">
                  <a:solidFill>
                    <a:srgbClr val="5C5C5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99441 </a:t>
              </a:r>
              <a:r>
                <a:rPr lang="en-US" sz="1200" dirty="0" err="1">
                  <a:solidFill>
                    <a:srgbClr val="5C5C5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מול</a:t>
              </a:r>
              <a:r>
                <a:rPr lang="he-IL" sz="1200" dirty="0">
                  <a:solidFill>
                    <a:srgbClr val="5C5C5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96096</a:t>
              </a:r>
            </a:p>
            <a:p>
              <a:pPr marL="0" indent="0" algn="ctr" rtl="1">
                <a:buNone/>
              </a:pPr>
              <a:r>
                <a:rPr lang="he-IL" sz="1200" dirty="0">
                  <a:solidFill>
                    <a:srgbClr val="5C5C5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הראשון</a:t>
              </a:r>
              <a:r>
                <a:rPr lang="en-US" sz="1200" dirty="0">
                  <a:solidFill>
                    <a:srgbClr val="5C5C5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he-IL" sz="1200" dirty="0">
                  <a:solidFill>
                    <a:srgbClr val="5C5C5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סופר הזמנות, השני אנשים.</a:t>
              </a:r>
              <a:br>
                <a:rPr lang="en-US" sz="1200" dirty="0">
                  <a:solidFill>
                    <a:srgbClr val="5C5C5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</a:br>
              <a:r>
                <a:rPr lang="he-IL" sz="1200" dirty="0">
                  <a:solidFill>
                    <a:srgbClr val="5C5C5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בטבלת </a:t>
              </a:r>
              <a:r>
                <a:rPr lang="en-US" sz="1200" dirty="0" err="1">
                  <a:solidFill>
                    <a:srgbClr val="5C5C5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Dim_Customer</a:t>
              </a:r>
              <a:r>
                <a:rPr lang="he-IL" sz="1200" dirty="0">
                  <a:solidFill>
                    <a:srgbClr val="5C5C5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.</a:t>
              </a:r>
            </a:p>
            <a:p>
              <a:pPr algn="ctr" rtl="1"/>
              <a:r>
                <a:rPr lang="en-US" sz="1200" dirty="0">
                  <a:solidFill>
                    <a:srgbClr val="5C5C5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he-IL" sz="1200" dirty="0">
                  <a:solidFill>
                    <a:srgbClr val="5C5C5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המודל הסופי </a:t>
              </a:r>
              <a:r>
                <a:rPr lang="en-US" sz="1200" dirty="0" err="1">
                  <a:solidFill>
                    <a:srgbClr val="5C5C5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נבנה</a:t>
              </a:r>
              <a:r>
                <a:rPr lang="en-US" sz="1200" dirty="0">
                  <a:solidFill>
                    <a:srgbClr val="5C5C5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על</a:t>
              </a:r>
              <a:r>
                <a:rPr lang="he-IL" sz="1200" dirty="0">
                  <a:solidFill>
                    <a:srgbClr val="5C5C5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בסיס</a:t>
              </a:r>
              <a:r>
                <a:rPr lang="en-US" sz="1200" dirty="0">
                  <a:solidFill>
                    <a:srgbClr val="5C5C5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1200" dirty="0" err="1">
                  <a:solidFill>
                    <a:srgbClr val="3333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customer_unique_id</a:t>
              </a:r>
              <a:r>
                <a:rPr lang="en-US" sz="1200" dirty="0">
                  <a:solidFill>
                    <a:srgbClr val="5C5C5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.</a:t>
              </a:r>
              <a:endParaRPr lang="en-US" sz="1200" dirty="0"/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6D1422BF-CE42-8DF5-FDF1-A147F5D5CE5F}"/>
              </a:ext>
            </a:extLst>
          </p:cNvPr>
          <p:cNvGrpSpPr/>
          <p:nvPr/>
        </p:nvGrpSpPr>
        <p:grpSpPr>
          <a:xfrm>
            <a:off x="4434840" y="1920240"/>
            <a:ext cx="3429000" cy="3566160"/>
            <a:chOff x="4434840" y="1920240"/>
            <a:chExt cx="3429000" cy="3566160"/>
          </a:xfrm>
        </p:grpSpPr>
        <p:sp>
          <p:nvSpPr>
            <p:cNvPr id="9" name="Shape 7"/>
            <p:cNvSpPr/>
            <p:nvPr/>
          </p:nvSpPr>
          <p:spPr>
            <a:xfrm>
              <a:off x="4434840" y="1920240"/>
              <a:ext cx="3429000" cy="3566160"/>
            </a:xfrm>
            <a:prstGeom prst="roundRect">
              <a:avLst>
                <a:gd name="adj" fmla="val 2667"/>
              </a:avLst>
            </a:prstGeom>
            <a:solidFill>
              <a:srgbClr val="F5F5F5"/>
            </a:solidFill>
            <a:ln/>
          </p:spPr>
          <p:txBody>
            <a:bodyPr/>
            <a:lstStyle/>
            <a:p>
              <a:pPr marL="0" algn="r" defTabSz="914400" rtl="1" eaLnBrk="1" latinLnBrk="0" hangingPunct="1"/>
              <a:endParaRPr lang="en-US"/>
            </a:p>
          </p:txBody>
        </p:sp>
        <p:sp>
          <p:nvSpPr>
            <p:cNvPr id="10" name="Shape 8"/>
            <p:cNvSpPr/>
            <p:nvPr/>
          </p:nvSpPr>
          <p:spPr>
            <a:xfrm>
              <a:off x="5875020" y="2194560"/>
              <a:ext cx="548640" cy="548640"/>
            </a:xfrm>
            <a:prstGeom prst="ellipse">
              <a:avLst/>
            </a:prstGeom>
            <a:solidFill>
              <a:srgbClr val="00619A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 9"/>
            <p:cNvSpPr/>
            <p:nvPr/>
          </p:nvSpPr>
          <p:spPr>
            <a:xfrm>
              <a:off x="5875020" y="2194560"/>
              <a:ext cx="548640" cy="5486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</a:t>
              </a:r>
              <a:endParaRPr lang="en-US" sz="1600" dirty="0"/>
            </a:p>
          </p:txBody>
        </p:sp>
        <p:sp>
          <p:nvSpPr>
            <p:cNvPr id="12" name="Text 10"/>
            <p:cNvSpPr/>
            <p:nvPr/>
          </p:nvSpPr>
          <p:spPr>
            <a:xfrm>
              <a:off x="4663440" y="2971800"/>
              <a:ext cx="2971800" cy="8229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 algn="ctr" rtl="1">
                <a:buNone/>
              </a:pPr>
              <a:r>
                <a:rPr lang="en-US" sz="1400" b="1" dirty="0">
                  <a:solidFill>
                    <a:srgbClr val="3333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610 </a:t>
              </a:r>
              <a:r>
                <a:rPr lang="he-IL" sz="1400" b="1" dirty="0">
                  <a:solidFill>
                    <a:srgbClr val="3333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1400" b="1" dirty="0" err="1">
                  <a:solidFill>
                    <a:srgbClr val="3333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מוצרים</a:t>
              </a:r>
              <a:r>
                <a:rPr lang="en-US" sz="1400" b="1" dirty="0">
                  <a:solidFill>
                    <a:srgbClr val="3333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ללא קטגוריה</a:t>
              </a:r>
              <a:endParaRPr lang="en-US" sz="1400" dirty="0"/>
            </a:p>
          </p:txBody>
        </p:sp>
        <p:sp>
          <p:nvSpPr>
            <p:cNvPr id="13" name="Text 11"/>
            <p:cNvSpPr/>
            <p:nvPr/>
          </p:nvSpPr>
          <p:spPr>
            <a:xfrm>
              <a:off x="4709160" y="3886200"/>
              <a:ext cx="2880360" cy="137160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 algn="ctr" rtl="1">
                <a:buNone/>
              </a:pPr>
              <a:r>
                <a:rPr lang="he-IL" sz="1200" dirty="0">
                  <a:solidFill>
                    <a:srgbClr val="5C5C5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כ-</a:t>
              </a:r>
              <a:r>
                <a:rPr lang="en-US" sz="1200" dirty="0">
                  <a:solidFill>
                    <a:srgbClr val="5C5C5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$179,535</a:t>
              </a:r>
              <a:r>
                <a:rPr lang="he-IL" sz="1200" dirty="0">
                  <a:solidFill>
                    <a:srgbClr val="5C5C5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1200" dirty="0" err="1">
                  <a:solidFill>
                    <a:srgbClr val="5C5C5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הכנסה</a:t>
              </a:r>
              <a:r>
                <a:rPr lang="he-IL" sz="1200" dirty="0">
                  <a:solidFill>
                    <a:srgbClr val="5C5C5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1200" dirty="0">
                  <a:solidFill>
                    <a:srgbClr val="5C5C5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'Unknown'</a:t>
              </a:r>
              <a:r>
                <a:rPr lang="he-IL" sz="1200" dirty="0">
                  <a:solidFill>
                    <a:srgbClr val="5C5C5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.</a:t>
              </a:r>
              <a:endParaRPr lang="en-US" sz="12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endParaRPr>
            </a:p>
            <a:p>
              <a:pPr marL="0" indent="0" algn="ctr" rtl="1">
                <a:buNone/>
              </a:pPr>
              <a:r>
                <a:rPr lang="en-US" sz="1200" dirty="0" err="1">
                  <a:solidFill>
                    <a:srgbClr val="5C5C5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שומר</a:t>
              </a:r>
              <a:r>
                <a:rPr lang="en-US" sz="1200" dirty="0">
                  <a:solidFill>
                    <a:srgbClr val="5C5C5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1200" dirty="0" err="1">
                  <a:solidFill>
                    <a:srgbClr val="5C5C5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עליהם</a:t>
              </a:r>
              <a:r>
                <a:rPr lang="en-US" sz="1200" dirty="0">
                  <a:solidFill>
                    <a:srgbClr val="5C5C5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ב</a:t>
              </a:r>
              <a:r>
                <a:rPr lang="he-IL" sz="1200" dirty="0">
                  <a:solidFill>
                    <a:srgbClr val="5C5C5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מודל</a:t>
              </a:r>
              <a:r>
                <a:rPr lang="en-US" sz="1200" dirty="0">
                  <a:solidFill>
                    <a:srgbClr val="5C5C5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במקום שיעלמו.</a:t>
              </a:r>
              <a:endParaRPr lang="en-US" sz="1200" dirty="0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98E32280-5C90-BA78-5139-F4B13AB423E0}"/>
              </a:ext>
            </a:extLst>
          </p:cNvPr>
          <p:cNvGrpSpPr/>
          <p:nvPr/>
        </p:nvGrpSpPr>
        <p:grpSpPr>
          <a:xfrm>
            <a:off x="612648" y="1920240"/>
            <a:ext cx="3429000" cy="3566160"/>
            <a:chOff x="8183880" y="1920240"/>
            <a:chExt cx="3429000" cy="3566160"/>
          </a:xfrm>
        </p:grpSpPr>
        <p:sp>
          <p:nvSpPr>
            <p:cNvPr id="14" name="Shape 12"/>
            <p:cNvSpPr/>
            <p:nvPr/>
          </p:nvSpPr>
          <p:spPr>
            <a:xfrm>
              <a:off x="8183880" y="1920240"/>
              <a:ext cx="3429000" cy="3566160"/>
            </a:xfrm>
            <a:prstGeom prst="roundRect">
              <a:avLst>
                <a:gd name="adj" fmla="val 2667"/>
              </a:avLst>
            </a:prstGeom>
            <a:solidFill>
              <a:srgbClr val="F5F5F5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Shape 13"/>
            <p:cNvSpPr/>
            <p:nvPr/>
          </p:nvSpPr>
          <p:spPr>
            <a:xfrm>
              <a:off x="9624060" y="2194560"/>
              <a:ext cx="548640" cy="548640"/>
            </a:xfrm>
            <a:prstGeom prst="ellipse">
              <a:avLst/>
            </a:prstGeom>
            <a:solidFill>
              <a:srgbClr val="00619A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 14"/>
            <p:cNvSpPr/>
            <p:nvPr/>
          </p:nvSpPr>
          <p:spPr>
            <a:xfrm>
              <a:off x="9624060" y="2194560"/>
              <a:ext cx="548640" cy="5486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</a:t>
              </a:r>
              <a:endParaRPr lang="en-US" sz="1600" dirty="0"/>
            </a:p>
          </p:txBody>
        </p:sp>
        <p:sp>
          <p:nvSpPr>
            <p:cNvPr id="17" name="Text 15"/>
            <p:cNvSpPr/>
            <p:nvPr/>
          </p:nvSpPr>
          <p:spPr>
            <a:xfrm>
              <a:off x="8412480" y="2971800"/>
              <a:ext cx="2971800" cy="8229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 algn="ctr" rtl="1">
                <a:buNone/>
              </a:pPr>
              <a:r>
                <a:rPr lang="en-US" sz="1400" b="1" dirty="0">
                  <a:solidFill>
                    <a:srgbClr val="3333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547 </a:t>
              </a:r>
              <a:r>
                <a:rPr lang="he-IL" sz="1400" b="1" dirty="0">
                  <a:solidFill>
                    <a:srgbClr val="3333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1400" b="1" dirty="0" err="1">
                  <a:solidFill>
                    <a:srgbClr val="3333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ביקורות</a:t>
              </a:r>
              <a:r>
                <a:rPr lang="en-US" sz="1400" b="1" dirty="0">
                  <a:solidFill>
                    <a:srgbClr val="3333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כפולות להזמנה</a:t>
              </a:r>
              <a:endParaRPr lang="en-US" sz="1400" dirty="0"/>
            </a:p>
          </p:txBody>
        </p:sp>
        <p:sp>
          <p:nvSpPr>
            <p:cNvPr id="18" name="Text 16"/>
            <p:cNvSpPr/>
            <p:nvPr/>
          </p:nvSpPr>
          <p:spPr>
            <a:xfrm>
              <a:off x="8458200" y="3886200"/>
              <a:ext cx="2880360" cy="137160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 algn="ctr" rtl="1">
                <a:buNone/>
              </a:pPr>
              <a:r>
                <a:rPr lang="en-US" sz="1200" dirty="0" err="1">
                  <a:solidFill>
                    <a:srgbClr val="5C5C5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Fact_Reviews</a:t>
              </a:r>
              <a:r>
                <a:rPr lang="he-IL" sz="1200" dirty="0">
                  <a:solidFill>
                    <a:srgbClr val="5C5C5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1200" dirty="0">
                  <a:solidFill>
                    <a:srgbClr val="5C5C5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נשאר בגרעין </a:t>
              </a:r>
              <a:r>
                <a:rPr lang="en-US" sz="1200" dirty="0" err="1">
                  <a:solidFill>
                    <a:srgbClr val="5C5C5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review_id</a:t>
              </a:r>
              <a:r>
                <a:rPr lang="he-IL" sz="1200" dirty="0">
                  <a:solidFill>
                    <a:srgbClr val="5C5C5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1200" dirty="0">
                  <a:solidFill>
                    <a:srgbClr val="5C5C5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- </a:t>
              </a:r>
              <a:r>
                <a:rPr lang="he-IL" sz="1200" dirty="0">
                  <a:solidFill>
                    <a:srgbClr val="5C5C5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ללא שינוי ו</a:t>
              </a:r>
              <a:r>
                <a:rPr lang="en-US" sz="1200" dirty="0" err="1">
                  <a:solidFill>
                    <a:srgbClr val="5C5C5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לא</a:t>
              </a:r>
              <a:r>
                <a:rPr lang="en-US" sz="1200" dirty="0">
                  <a:solidFill>
                    <a:srgbClr val="5C5C5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מוטה.</a:t>
              </a:r>
              <a:endParaRPr lang="en-US" sz="1200" dirty="0"/>
            </a:p>
          </p:txBody>
        </p:sp>
      </p:grpSp>
      <p:sp>
        <p:nvSpPr>
          <p:cNvPr id="19" name="Text 17"/>
          <p:cNvSpPr/>
          <p:nvPr/>
        </p:nvSpPr>
        <p:spPr>
          <a:xfrm>
            <a:off x="1145743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he-IL" sz="10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he-IL" sz="2800" b="1" dirty="0">
                <a:solidFill>
                  <a:srgbClr val="333333"/>
                </a:solidFill>
                <a:latin typeface="Calibri" panose="020F0502020204030204" pitchFamily="34" charset="0"/>
                <a:ea typeface="Cambria" pitchFamily="34" charset="-122"/>
                <a:cs typeface="Calibri" panose="020F0502020204030204" pitchFamily="34" charset="0"/>
              </a:rPr>
              <a:t>דשבורד </a:t>
            </a:r>
            <a:r>
              <a:rPr lang="en-US" sz="2800" b="1" dirty="0">
                <a:solidFill>
                  <a:srgbClr val="333333"/>
                </a:solidFill>
                <a:latin typeface="Calibri" panose="020F0502020204030204" pitchFamily="34" charset="0"/>
                <a:ea typeface="Cambria" pitchFamily="34" charset="-122"/>
                <a:cs typeface="Calibri" panose="020F0502020204030204" pitchFamily="34" charset="0"/>
              </a:rPr>
              <a:t>Overview</a:t>
            </a:r>
            <a:r>
              <a:rPr lang="he-IL" sz="2800" b="1" dirty="0">
                <a:solidFill>
                  <a:srgbClr val="333333"/>
                </a:solidFill>
                <a:latin typeface="Calibri" panose="020F0502020204030204" pitchFamily="34" charset="0"/>
                <a:ea typeface="Cambria" pitchFamily="34" charset="-122"/>
                <a:cs typeface="Calibri" panose="020F0502020204030204" pitchFamily="34" charset="0"/>
              </a:rPr>
              <a:t>:</a:t>
            </a:r>
            <a:endParaRPr lang="en-US" sz="2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400" dirty="0" err="1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עמוד</a:t>
            </a:r>
            <a:r>
              <a:rPr lang="en-US" sz="14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he-IL" sz="14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– הכנסה לפי קטגוריית מוצר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7726680" y="2057400"/>
            <a:ext cx="4023360" cy="841248"/>
          </a:xfrm>
          <a:prstGeom prst="roundRect">
            <a:avLst>
              <a:gd name="adj" fmla="val 6522"/>
            </a:avLst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7955280" y="2130552"/>
            <a:ext cx="36118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he-IL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פילוח הכנסה לפי </a:t>
            </a: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r>
              <a:rPr lang="he-IL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קבוצות-על של קטגויות מוצר, </a:t>
            </a:r>
            <a:b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he-IL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עם </a:t>
            </a: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Slicer</a:t>
            </a:r>
            <a:r>
              <a:rPr lang="he-IL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אינטראקטיבי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7726680" y="3044952"/>
            <a:ext cx="4023360" cy="841248"/>
          </a:xfrm>
          <a:prstGeom prst="roundRect">
            <a:avLst>
              <a:gd name="adj" fmla="val 6522"/>
            </a:avLst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7955280" y="3118104"/>
            <a:ext cx="36118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he-IL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גרף מגמה: </a:t>
            </a: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Revenue (Net)</a:t>
            </a:r>
            <a:r>
              <a:rPr lang="he-IL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חודשי לאורך התקופה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7726680" y="4038854"/>
            <a:ext cx="4023360" cy="841248"/>
          </a:xfrm>
          <a:prstGeom prst="roundRect">
            <a:avLst>
              <a:gd name="adj" fmla="val 6522"/>
            </a:avLst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7955280" y="4105656"/>
            <a:ext cx="36118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13.49M</a:t>
            </a:r>
            <a:r>
              <a:rPr lang="he-IL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 הכנסות פריטים על פני 112,650 פריטים:</a:t>
            </a:r>
            <a:b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he-IL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טווח מוצג 01/2017-08/2018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1145743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he-IL" sz="10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CEC97B1-61AA-5E7E-5527-856D13CC15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960" y="1824593"/>
            <a:ext cx="7095039" cy="3995762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rtl="1"/>
            <a:r>
              <a:rPr lang="en-US" sz="2800" b="1" dirty="0" err="1">
                <a:solidFill>
                  <a:srgbClr val="333333"/>
                </a:solidFill>
                <a:latin typeface="Calibri" panose="020F0502020204030204" pitchFamily="34" charset="0"/>
                <a:ea typeface="Cambria" pitchFamily="34" charset="-122"/>
                <a:cs typeface="Calibri" panose="020F0502020204030204" pitchFamily="34" charset="0"/>
              </a:rPr>
              <a:t>דשבורד</a:t>
            </a:r>
            <a:r>
              <a:rPr lang="he-IL" sz="2800" b="1" dirty="0"/>
              <a:t> </a:t>
            </a:r>
            <a:r>
              <a:rPr lang="en-US" sz="2800" b="1" dirty="0"/>
              <a:t>Where the Time Goes</a:t>
            </a:r>
            <a:r>
              <a:rPr lang="he-IL" sz="2800" b="1" dirty="0"/>
              <a:t>: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he-IL" sz="14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עמוד 2 – לאן הולך זמן האספקה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7726680" y="2057400"/>
            <a:ext cx="4023360" cy="841248"/>
          </a:xfrm>
          <a:prstGeom prst="roundRect">
            <a:avLst>
              <a:gd name="adj" fmla="val 6522"/>
            </a:avLst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7955280" y="2130552"/>
            <a:ext cx="36118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25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ממוצע</a:t>
            </a:r>
            <a:r>
              <a:rPr lang="he-IL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של</a:t>
            </a: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12.50 </a:t>
            </a:r>
            <a:r>
              <a:rPr lang="he-IL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ימי</a:t>
            </a: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משלוח</a:t>
            </a:r>
            <a:r>
              <a:rPr lang="he-IL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6.77%</a:t>
            </a:r>
            <a:r>
              <a:rPr lang="he-IL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איחורים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7726680" y="3044952"/>
            <a:ext cx="4023360" cy="841248"/>
          </a:xfrm>
          <a:prstGeom prst="roundRect">
            <a:avLst>
              <a:gd name="adj" fmla="val 6522"/>
            </a:avLst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7955280" y="3118104"/>
            <a:ext cx="36118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rtl="1"/>
            <a:r>
              <a:rPr lang="he-IL" sz="1250" dirty="0"/>
              <a:t>זמן האספקה מפוצל להכנה אצל המוכר (</a:t>
            </a:r>
            <a:r>
              <a:rPr lang="en-US" sz="1250" dirty="0"/>
              <a:t>Handling</a:t>
            </a:r>
            <a:r>
              <a:rPr lang="he-IL" sz="1250" dirty="0"/>
              <a:t>) מול שינוע בפועל (</a:t>
            </a:r>
            <a:r>
              <a:rPr lang="en-US" sz="1250" dirty="0"/>
              <a:t>Transit</a:t>
            </a:r>
            <a:r>
              <a:rPr lang="he-IL" sz="1250" dirty="0"/>
              <a:t>) - הובלה מסבירה את רוב זמן האספקה בכל המדינות המובילות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7726680" y="4032504"/>
            <a:ext cx="4023360" cy="841248"/>
          </a:xfrm>
          <a:prstGeom prst="roundRect">
            <a:avLst>
              <a:gd name="adj" fmla="val 6522"/>
            </a:avLst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7955280" y="4105656"/>
            <a:ext cx="36118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פערי איחור </a:t>
            </a:r>
            <a:r>
              <a:rPr lang="en-US" sz="125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גיאוגרפיים</a:t>
            </a: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חדים</a:t>
            </a:r>
            <a:r>
              <a:rPr lang="he-IL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 </a:t>
            </a:r>
            <a:r>
              <a:rPr lang="he-IL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ו</a:t>
            </a: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RJ</a:t>
            </a:r>
            <a:r>
              <a:rPr lang="he-IL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בראש</a:t>
            </a:r>
            <a:r>
              <a:rPr lang="he-IL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25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לא</a:t>
            </a: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רק מדינות פריפריאליות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1145743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he-IL" sz="10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761FABB-4AB7-0954-35FF-35E1A339CD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8" y="1856232"/>
            <a:ext cx="7022592" cy="395020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EDBC92A-0829-89EA-9747-E850F38356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208" y="1856233"/>
            <a:ext cx="7020973" cy="3950208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rtl="1"/>
            <a:r>
              <a:rPr lang="en-US" sz="2800" b="1" dirty="0" err="1">
                <a:solidFill>
                  <a:srgbClr val="333333"/>
                </a:solidFill>
                <a:latin typeface="Calibri" panose="020F0502020204030204" pitchFamily="34" charset="0"/>
                <a:ea typeface="Cambria" pitchFamily="34" charset="-122"/>
                <a:cs typeface="Calibri" panose="020F0502020204030204" pitchFamily="34" charset="0"/>
              </a:rPr>
              <a:t>דשבורד</a:t>
            </a:r>
            <a:r>
              <a:rPr lang="he-IL" sz="2800" b="1" dirty="0">
                <a:solidFill>
                  <a:srgbClr val="333333"/>
                </a:solidFill>
                <a:latin typeface="Calibri" panose="020F0502020204030204" pitchFamily="34" charset="0"/>
                <a:ea typeface="Cambria" pitchFamily="34" charset="-122"/>
                <a:cs typeface="Calibri" panose="020F0502020204030204" pitchFamily="34" charset="0"/>
              </a:rPr>
              <a:t> </a:t>
            </a:r>
            <a:r>
              <a:rPr lang="en-US" sz="2800" b="1" dirty="0">
                <a:solidFill>
                  <a:srgbClr val="333333"/>
                </a:solidFill>
                <a:latin typeface="Calibri" panose="020F0502020204030204" pitchFamily="34" charset="0"/>
                <a:ea typeface="Cambria" pitchFamily="34" charset="-122"/>
                <a:cs typeface="Calibri" panose="020F0502020204030204" pitchFamily="34" charset="0"/>
              </a:rPr>
              <a:t>:Sellers &amp; Geography</a:t>
            </a:r>
            <a:endParaRPr lang="en-US" sz="2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he-IL" sz="14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עמוד 3 - </a:t>
            </a:r>
            <a:r>
              <a:rPr lang="en-US" sz="1400" dirty="0" err="1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מוכרים</a:t>
            </a:r>
            <a:r>
              <a:rPr lang="en-US" sz="14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ופיזור גיאוגרפי</a:t>
            </a:r>
            <a:endParaRPr lang="en-US" sz="1400" dirty="0"/>
          </a:p>
        </p:txBody>
      </p:sp>
      <p:pic>
        <p:nvPicPr>
          <p:cNvPr id="4" name="Image 0" descr="/home/claude/crops/Screenshot_2026-08-20_at_11_48_46_AM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8640" y="1828800"/>
            <a:ext cx="6949440" cy="395020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26680" y="2057400"/>
            <a:ext cx="4023360" cy="841248"/>
          </a:xfrm>
          <a:prstGeom prst="roundRect">
            <a:avLst>
              <a:gd name="adj" fmla="val 6522"/>
            </a:avLst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7955280" y="2130552"/>
            <a:ext cx="36118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3,095 </a:t>
            </a:r>
            <a:r>
              <a:rPr lang="he-IL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מוכרים</a:t>
            </a:r>
            <a:r>
              <a:rPr lang="he-IL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27 </a:t>
            </a:r>
            <a:r>
              <a:rPr lang="en-US" sz="125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מדינות</a:t>
            </a: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לקוחות</a:t>
            </a: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מיוצגות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7726680" y="3186244"/>
            <a:ext cx="4023360" cy="841248"/>
          </a:xfrm>
          <a:prstGeom prst="roundRect">
            <a:avLst>
              <a:gd name="adj" fmla="val 6522"/>
            </a:avLst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7955280" y="3259396"/>
            <a:ext cx="36118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he-IL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המפה</a:t>
            </a: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חושפת</a:t>
            </a: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ריכוז</a:t>
            </a:r>
            <a:r>
              <a:rPr lang="he-IL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הכנסה (גודל הבועה) ונפח הזמנות באיזור </a:t>
            </a: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SP/RJ</a:t>
            </a:r>
            <a:r>
              <a:rPr lang="he-IL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מול</a:t>
            </a: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פיזור דליל בצפון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1145743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he-IL" sz="10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E5B4172-E0AA-B087-5762-667701B1D5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1" y="1828799"/>
            <a:ext cx="7008160" cy="3977259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15" name="Shape 6">
            <a:extLst>
              <a:ext uri="{FF2B5EF4-FFF2-40B4-BE49-F238E27FC236}">
                <a16:creationId xmlns:a16="http://schemas.microsoft.com/office/drawing/2014/main" id="{CB5BC361-EEEA-1147-584A-34FFD529E768}"/>
              </a:ext>
            </a:extLst>
          </p:cNvPr>
          <p:cNvSpPr/>
          <p:nvPr/>
        </p:nvSpPr>
        <p:spPr>
          <a:xfrm>
            <a:off x="7726680" y="4315088"/>
            <a:ext cx="4023360" cy="841248"/>
          </a:xfrm>
          <a:prstGeom prst="roundRect">
            <a:avLst>
              <a:gd name="adj" fmla="val 6522"/>
            </a:avLst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9D2E8E4-A811-56F1-CFD7-1DD94275CD8E}"/>
              </a:ext>
            </a:extLst>
          </p:cNvPr>
          <p:cNvSpPr txBox="1"/>
          <p:nvPr/>
        </p:nvSpPr>
        <p:spPr>
          <a:xfrm>
            <a:off x="8139952" y="4507992"/>
            <a:ext cx="342720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he-IL" sz="1200" b="0" i="0" u="none" strike="noStrike" kern="1200" baseline="0" dirty="0">
                <a:solidFill>
                  <a:srgbClr val="33333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כפתור </a:t>
            </a:r>
            <a:r>
              <a:rPr lang="en-US" sz="1200" b="0" i="0" u="none" strike="noStrike" kern="1200" baseline="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Toggle</a:t>
            </a:r>
            <a:r>
              <a:rPr lang="he-IL" sz="1200" b="0" i="0" u="none" strike="noStrike" kern="1200" baseline="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en-US" sz="1200" b="0" i="0" u="none" strike="noStrike" kern="1200" baseline="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Bookmarks</a:t>
            </a:r>
            <a:r>
              <a:rPr lang="he-IL" sz="1200" b="0" i="0" u="none" strike="noStrike" kern="1200" baseline="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מאפשר מעבר בין הכנסה לפי מוכר להכנסה לפי לקוח על אותו גרף</a:t>
            </a:r>
            <a:endParaRPr lang="en-US" sz="1200" b="0" i="0" u="none" strike="noStrike" kern="1200" baseline="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333333"/>
                </a:solidFill>
                <a:latin typeface="Calibri" panose="020F0502020204030204" pitchFamily="34" charset="0"/>
                <a:ea typeface="Cambria" pitchFamily="34" charset="-122"/>
                <a:cs typeface="Calibri" panose="020F0502020204030204" pitchFamily="34" charset="0"/>
              </a:rPr>
              <a:t>דשבורד</a:t>
            </a:r>
            <a:r>
              <a:rPr lang="he-IL" sz="2800" b="1" dirty="0">
                <a:solidFill>
                  <a:srgbClr val="333333"/>
                </a:solidFill>
                <a:latin typeface="Calibri" panose="020F0502020204030204" pitchFamily="34" charset="0"/>
                <a:ea typeface="Cambria" pitchFamily="34" charset="-122"/>
                <a:cs typeface="Calibri" panose="020F0502020204030204" pitchFamily="34" charset="0"/>
              </a:rPr>
              <a:t> </a:t>
            </a:r>
            <a:r>
              <a:rPr lang="en-US" sz="2800" b="1" dirty="0">
                <a:solidFill>
                  <a:srgbClr val="333333"/>
                </a:solidFill>
                <a:latin typeface="Calibri" panose="020F0502020204030204" pitchFamily="34" charset="0"/>
                <a:ea typeface="Cambria" pitchFamily="34" charset="-122"/>
                <a:cs typeface="Calibri" panose="020F0502020204030204" pitchFamily="34" charset="0"/>
              </a:rPr>
              <a:t>Payments &amp; Customer Voice</a:t>
            </a:r>
            <a:r>
              <a:rPr lang="he-IL" sz="2800" b="1" dirty="0">
                <a:solidFill>
                  <a:srgbClr val="333333"/>
                </a:solidFill>
                <a:latin typeface="Calibri" panose="020F0502020204030204" pitchFamily="34" charset="0"/>
                <a:ea typeface="Cambria" pitchFamily="34" charset="-122"/>
                <a:cs typeface="Calibri" panose="020F0502020204030204" pitchFamily="34" charset="0"/>
              </a:rPr>
              <a:t>:</a:t>
            </a:r>
            <a:endParaRPr lang="en-US" sz="2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he-IL" sz="14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עמוד 4 - </a:t>
            </a:r>
            <a:r>
              <a:rPr lang="en-US" sz="1400" dirty="0" err="1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תשלומים</a:t>
            </a:r>
            <a:r>
              <a:rPr lang="en-US" sz="14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וקול הלקוח</a:t>
            </a:r>
            <a:endParaRPr lang="en-US" sz="1400" dirty="0"/>
          </a:p>
        </p:txBody>
      </p:sp>
      <p:pic>
        <p:nvPicPr>
          <p:cNvPr id="4" name="Image 0" descr="/home/claude/crops/Screenshot_2026-08-20_at_11_48_54_AM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8640" y="1828800"/>
            <a:ext cx="6949440" cy="395020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26680" y="2057400"/>
            <a:ext cx="4023360" cy="841248"/>
          </a:xfrm>
          <a:prstGeom prst="roundRect">
            <a:avLst>
              <a:gd name="adj" fmla="val 6522"/>
            </a:avLst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7955280" y="2130552"/>
            <a:ext cx="36118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כרטיס אשראי דומיננטי בבירור על פני boleto/voucher/debit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7726680" y="3044952"/>
            <a:ext cx="4023360" cy="841248"/>
          </a:xfrm>
          <a:prstGeom prst="roundRect">
            <a:avLst>
              <a:gd name="adj" fmla="val 6522"/>
            </a:avLst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7955280" y="3118104"/>
            <a:ext cx="36118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rtl="1"/>
            <a:r>
              <a:rPr lang="en-US" sz="125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ממוצע</a:t>
            </a:r>
            <a:r>
              <a:rPr lang="he-IL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2.85 </a:t>
            </a:r>
            <a:r>
              <a:rPr lang="en-US" sz="125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תשלומי</a:t>
            </a:r>
            <a:r>
              <a:rPr lang="en-US" sz="1250" dirty="0" err="1">
                <a:solidFill>
                  <a:srgbClr val="333333"/>
                </a:solidFill>
                <a:ea typeface="Calibri" pitchFamily="34" charset="-122"/>
                <a:cs typeface="Calibri" pitchFamily="34" charset="-120"/>
              </a:rPr>
              <a:t>ם</a:t>
            </a:r>
            <a:r>
              <a:rPr lang="he-IL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אולי זו נורמה ברזילאית של תשלומים ללא ריבית; ל-2.98% מההזמנות יותר מרשומת תשלום אחת</a:t>
            </a:r>
            <a:endParaRPr lang="en-US" sz="1250" dirty="0">
              <a:solidFill>
                <a:srgbClr val="333333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7726680" y="4032504"/>
            <a:ext cx="4023360" cy="841248"/>
          </a:xfrm>
          <a:prstGeom prst="roundRect">
            <a:avLst>
              <a:gd name="adj" fmla="val 6522"/>
            </a:avLst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7955280" y="4105656"/>
            <a:ext cx="36118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רוב </a:t>
            </a:r>
            <a:r>
              <a:rPr lang="en-US" sz="125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הביקורות</a:t>
            </a: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הן</a:t>
            </a:r>
            <a:r>
              <a:rPr lang="he-IL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5 </a:t>
            </a:r>
            <a:r>
              <a:rPr lang="en-US" sz="125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כוכבים</a:t>
            </a:r>
            <a:r>
              <a:rPr lang="he-IL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25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אך</a:t>
            </a: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הזנב השלילי משמעותי דיו לנתח בנפרד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1145743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he-IL" sz="10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A4E86B3A-D006-AF90-0033-8CA3BA7EB2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809126"/>
            <a:ext cx="6995160" cy="3969881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201BF026-5FCE-1986-E08E-E50688906F48}"/>
              </a:ext>
            </a:extLst>
          </p:cNvPr>
          <p:cNvSpPr txBox="1"/>
          <p:nvPr/>
        </p:nvSpPr>
        <p:spPr>
          <a:xfrm>
            <a:off x="3795063" y="395514"/>
            <a:ext cx="785905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en-US" sz="2800" b="1" dirty="0" err="1">
                <a:solidFill>
                  <a:srgbClr val="333333"/>
                </a:solidFill>
                <a:latin typeface="Calibri" panose="020F0502020204030204" pitchFamily="34" charset="0"/>
                <a:ea typeface="Cambria" pitchFamily="34" charset="-122"/>
                <a:cs typeface="Calibri" panose="020F0502020204030204" pitchFamily="34" charset="0"/>
              </a:rPr>
              <a:t>דשבורד</a:t>
            </a:r>
            <a:r>
              <a:rPr lang="he-IL" sz="2800" b="1" i="0" u="none" strike="noStrike" kern="1200" baseline="0" dirty="0">
                <a:solidFill>
                  <a:srgbClr val="333333"/>
                </a:solidFill>
              </a:rPr>
              <a:t> </a:t>
            </a:r>
            <a:r>
              <a:rPr lang="en-US" sz="2800" b="1" i="0" u="none" strike="noStrike" kern="1200" baseline="0" dirty="0">
                <a:solidFill>
                  <a:srgbClr val="333333"/>
                </a:solidFill>
                <a:ea typeface="Cambria" panose="02040503050406030204" pitchFamily="18" charset="0"/>
              </a:rPr>
              <a:t>Delivery Promise &amp; Satisfaction</a:t>
            </a:r>
            <a:r>
              <a:rPr lang="he-IL" sz="2800" b="1" i="0" u="none" strike="noStrike" kern="1200" baseline="0" dirty="0">
                <a:solidFill>
                  <a:srgbClr val="333333"/>
                </a:solidFill>
                <a:ea typeface="Cambria" panose="02040503050406030204" pitchFamily="18" charset="0"/>
              </a:rPr>
              <a:t>:</a:t>
            </a:r>
            <a:endParaRPr lang="en-US" sz="2800" b="0" i="0" u="none" strike="noStrike" kern="1200" baseline="0" dirty="0">
              <a:solidFill>
                <a:srgbClr val="000000"/>
              </a:solidFill>
              <a:ea typeface="Cambria" panose="020405030504060302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341F663-63A9-A227-FDF1-E35B195B197E}"/>
              </a:ext>
            </a:extLst>
          </p:cNvPr>
          <p:cNvSpPr txBox="1"/>
          <p:nvPr/>
        </p:nvSpPr>
        <p:spPr>
          <a:xfrm>
            <a:off x="5558122" y="950116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he-IL" sz="1400" b="0" i="0" u="none" strike="noStrike" kern="1200" baseline="0" dirty="0">
                <a:solidFill>
                  <a:srgbClr val="5C5C5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עמוד 5 - הבטחת</a:t>
            </a:r>
            <a:r>
              <a:rPr lang="he-IL" sz="1400" b="0" i="0" u="none" strike="noStrike" kern="1200" baseline="0" dirty="0">
                <a:solidFill>
                  <a:srgbClr val="5C5C5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המסירה מול המציאות</a:t>
            </a:r>
            <a:endParaRPr lang="he-IL" sz="1400" b="0" i="0" u="none" strike="noStrike" kern="1200" baseline="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Shape 2">
            <a:extLst>
              <a:ext uri="{FF2B5EF4-FFF2-40B4-BE49-F238E27FC236}">
                <a16:creationId xmlns:a16="http://schemas.microsoft.com/office/drawing/2014/main" id="{6F5419AE-8889-7441-B79B-B216A5FE7D65}"/>
              </a:ext>
            </a:extLst>
          </p:cNvPr>
          <p:cNvSpPr/>
          <p:nvPr/>
        </p:nvSpPr>
        <p:spPr>
          <a:xfrm>
            <a:off x="7726680" y="2057400"/>
            <a:ext cx="4023360" cy="841248"/>
          </a:xfrm>
          <a:prstGeom prst="roundRect">
            <a:avLst>
              <a:gd name="adj" fmla="val 6522"/>
            </a:avLst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2">
            <a:extLst>
              <a:ext uri="{FF2B5EF4-FFF2-40B4-BE49-F238E27FC236}">
                <a16:creationId xmlns:a16="http://schemas.microsoft.com/office/drawing/2014/main" id="{A80F0705-65BA-D18F-CA0D-683C8C2B5066}"/>
              </a:ext>
            </a:extLst>
          </p:cNvPr>
          <p:cNvSpPr/>
          <p:nvPr/>
        </p:nvSpPr>
        <p:spPr>
          <a:xfrm>
            <a:off x="7726680" y="3056184"/>
            <a:ext cx="4023360" cy="841248"/>
          </a:xfrm>
          <a:prstGeom prst="roundRect">
            <a:avLst>
              <a:gd name="adj" fmla="val 6522"/>
            </a:avLst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2">
            <a:extLst>
              <a:ext uri="{FF2B5EF4-FFF2-40B4-BE49-F238E27FC236}">
                <a16:creationId xmlns:a16="http://schemas.microsoft.com/office/drawing/2014/main" id="{8C0B035A-020E-A99C-AC1C-0E468D1EB402}"/>
              </a:ext>
            </a:extLst>
          </p:cNvPr>
          <p:cNvSpPr/>
          <p:nvPr/>
        </p:nvSpPr>
        <p:spPr>
          <a:xfrm>
            <a:off x="7726680" y="4054968"/>
            <a:ext cx="4023360" cy="841248"/>
          </a:xfrm>
          <a:prstGeom prst="roundRect">
            <a:avLst>
              <a:gd name="adj" fmla="val 6522"/>
            </a:avLst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4DA4872-8A86-0B9E-C491-CE2393C59247}"/>
              </a:ext>
            </a:extLst>
          </p:cNvPr>
          <p:cNvSpPr txBox="1"/>
          <p:nvPr/>
        </p:nvSpPr>
        <p:spPr>
          <a:xfrm>
            <a:off x="8421384" y="2339524"/>
            <a:ext cx="3119722" cy="284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he-IL" sz="1250" b="0" i="0" u="none" strike="noStrike" kern="1200" baseline="0" dirty="0">
                <a:solidFill>
                  <a:srgbClr val="33333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ממוצע של</a:t>
            </a:r>
            <a:r>
              <a:rPr lang="en-US" sz="1250" b="0" i="0" u="none" strike="noStrike" kern="1200" baseline="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2.02 </a:t>
            </a:r>
            <a:r>
              <a:rPr lang="he-IL" sz="1250" b="0" i="0" u="none" strike="noStrike" kern="1200" baseline="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נקודות משלוח. </a:t>
            </a:r>
            <a:r>
              <a:rPr lang="en-US" sz="1250" b="0" i="0" u="none" strike="noStrike" kern="1200" baseline="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6.77%</a:t>
            </a:r>
            <a:r>
              <a:rPr lang="he-IL" sz="1250" b="0" i="0" u="none" strike="noStrike" kern="1200" baseline="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איחורים</a:t>
            </a:r>
            <a:endParaRPr lang="en-US" sz="1250" b="0" i="0" u="none" strike="noStrike" kern="1200" baseline="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8D238E0-36E5-A658-A8F0-D02C376CDC45}"/>
              </a:ext>
            </a:extLst>
          </p:cNvPr>
          <p:cNvSpPr txBox="1"/>
          <p:nvPr/>
        </p:nvSpPr>
        <p:spPr>
          <a:xfrm>
            <a:off x="8074753" y="3245975"/>
            <a:ext cx="3466353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he-IL" sz="1250" b="0" i="0" u="none" strike="noStrike" kern="1200" baseline="0" dirty="0">
                <a:solidFill>
                  <a:srgbClr val="33333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ציון הביקורת יציב מעל 4 כל עוד המשלוח מוקדם, וצונח בחדות ברגע שההזמנה מאחרת - "</a:t>
            </a:r>
            <a:r>
              <a:rPr lang="en-US" sz="1250" b="0" i="0" u="none" strike="noStrike" kern="1200" baseline="0" dirty="0">
                <a:solidFill>
                  <a:srgbClr val="33333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Delivery Cliff"</a:t>
            </a:r>
            <a:endParaRPr lang="en-US" sz="1250" b="0" i="0" u="none" strike="noStrike" kern="1200" baseline="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30A5EEB-E684-2D95-9509-5531B218FB60}"/>
              </a:ext>
            </a:extLst>
          </p:cNvPr>
          <p:cNvSpPr txBox="1"/>
          <p:nvPr/>
        </p:nvSpPr>
        <p:spPr>
          <a:xfrm>
            <a:off x="7955228" y="4140885"/>
            <a:ext cx="3585878" cy="6694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he-IL" sz="1250" b="0" i="0" u="none" strike="noStrike" kern="1200" baseline="0" dirty="0">
                <a:solidFill>
                  <a:srgbClr val="33333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גם באותו זמן המתנה בפועל, ציון הביקורת גבוה משמעותית כשההבטחה המקורית לא הופרה - הלקוח מעניש איחור מההבטחה, לא רק המתנה</a:t>
            </a:r>
            <a:endParaRPr lang="he-IL" sz="1250" b="0" i="0" u="none" strike="noStrike" kern="1200" baseline="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09529661-4D64-C549-EDF0-360EC08087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307" y="1779828"/>
            <a:ext cx="7065950" cy="3975514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29" name="Text 22">
            <a:extLst>
              <a:ext uri="{FF2B5EF4-FFF2-40B4-BE49-F238E27FC236}">
                <a16:creationId xmlns:a16="http://schemas.microsoft.com/office/drawing/2014/main" id="{EC45B2AB-8814-2D99-F4FB-7506CBCD6CA2}"/>
              </a:ext>
            </a:extLst>
          </p:cNvPr>
          <p:cNvSpPr/>
          <p:nvPr/>
        </p:nvSpPr>
        <p:spPr>
          <a:xfrm>
            <a:off x="1145743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he-IL" sz="10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6252802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333333"/>
                </a:solidFill>
                <a:latin typeface="Calibri" panose="020F0502020204030204" pitchFamily="34" charset="0"/>
                <a:ea typeface="Cambria" pitchFamily="34" charset="-122"/>
                <a:cs typeface="Calibri" panose="020F0502020204030204" pitchFamily="34" charset="0"/>
              </a:rPr>
              <a:t>תובנות והמלצות</a:t>
            </a:r>
            <a:endParaRPr lang="en-US" sz="2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C5C5C"/>
                </a:solidFill>
                <a:latin typeface="Calibri" panose="020F0502020204030204" pitchFamily="34" charset="0"/>
                <a:ea typeface="Calibri" pitchFamily="34" charset="-122"/>
                <a:cs typeface="Calibri" panose="020F0502020204030204" pitchFamily="34" charset="0"/>
              </a:rPr>
              <a:t>חזרה לחמש השאלות העסקיות</a:t>
            </a:r>
            <a:endParaRPr lang="en-US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85800" y="1828800"/>
            <a:ext cx="10789920" cy="749808"/>
          </a:xfrm>
          <a:prstGeom prst="roundRect">
            <a:avLst>
              <a:gd name="adj" fmla="val 7317"/>
            </a:avLst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052560" y="1883664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07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משלוחים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754880" y="1883664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he-IL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רוב זמן האספקה מתעכב בצד של חברת השילוח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68680" y="1883664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לתקצב buffer </a:t>
            </a:r>
            <a:r>
              <a:rPr lang="he-IL" sz="11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זמן</a:t>
            </a:r>
            <a:r>
              <a:rPr lang="en-US" sz="11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ולתקשר צפי מסירה ריאלי ללקוח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85800" y="2697480"/>
            <a:ext cx="10789920" cy="749808"/>
          </a:xfrm>
          <a:prstGeom prst="roundRect">
            <a:avLst>
              <a:gd name="adj" fmla="val 7317"/>
            </a:avLst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052560" y="2752344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07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מוכרים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754880" y="2752344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הכנסה מרוכזת אצל מעטים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68680" y="2752344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לבנות תמריצי הצטרפות למוכרים </a:t>
            </a:r>
            <a:r>
              <a:rPr lang="en-US" sz="1100" dirty="0" err="1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באזורים</a:t>
            </a:r>
            <a:r>
              <a:rPr lang="en-US" sz="11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he-IL" sz="11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חלשים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85800" y="3566160"/>
            <a:ext cx="10789920" cy="749808"/>
          </a:xfrm>
          <a:prstGeom prst="roundRect">
            <a:avLst>
              <a:gd name="adj" fmla="val 7317"/>
            </a:avLst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052560" y="3621024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07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גיאוגרפיה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754880" y="3621024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פערי מסירה בין מדינות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68680" y="3621024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לתעדף מוקדי לוגיסטיקה לפי </a:t>
            </a:r>
            <a:r>
              <a:rPr lang="en-US" sz="1100" dirty="0" err="1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צפיפות</a:t>
            </a:r>
            <a:r>
              <a:rPr lang="en-US" sz="11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איחורים</a:t>
            </a:r>
            <a:r>
              <a:rPr lang="he-IL" sz="11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100" dirty="0" err="1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לא</a:t>
            </a:r>
            <a:r>
              <a:rPr lang="en-US" sz="11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רק נפח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85800" y="4434840"/>
            <a:ext cx="10789920" cy="749808"/>
          </a:xfrm>
          <a:prstGeom prst="roundRect">
            <a:avLst>
              <a:gd name="adj" fmla="val 7317"/>
            </a:avLst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052560" y="4489704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07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ביקורות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754880" y="4489704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he-IL" sz="12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הלקוח מעניש את הפרת ההבטחה, לא את זמן ההמתנה</a:t>
            </a:r>
            <a:endParaRPr lang="en-US" sz="1200" b="1" dirty="0"/>
          </a:p>
        </p:txBody>
      </p:sp>
      <p:sp>
        <p:nvSpPr>
          <p:cNvPr id="19" name="Text 17"/>
          <p:cNvSpPr/>
          <p:nvPr/>
        </p:nvSpPr>
        <p:spPr>
          <a:xfrm>
            <a:off x="868680" y="4489704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100" dirty="0" err="1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התראה</a:t>
            </a:r>
            <a:r>
              <a:rPr lang="en-US" sz="11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יזומה</a:t>
            </a:r>
            <a:r>
              <a:rPr lang="he-IL" sz="11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</a:t>
            </a:r>
            <a:r>
              <a:rPr lang="en-US" sz="1100" dirty="0" err="1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פיצוי</a:t>
            </a:r>
            <a:r>
              <a:rPr lang="en-US" sz="11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אוטומטי כשמזוהה סיכון לאיחור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85800" y="5303520"/>
            <a:ext cx="10789920" cy="749808"/>
          </a:xfrm>
          <a:prstGeom prst="roundRect">
            <a:avLst>
              <a:gd name="adj" fmla="val 7317"/>
            </a:avLst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9052560" y="5358384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07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תשלומים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754880" y="5358384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תשלומים נטולי ריבית נפוצים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68680" y="5358384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לבחון תמחור דיפרנציאלי לפי מספר תשלומים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145743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he-IL" sz="10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0619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114800" cy="4114800"/>
          </a:xfrm>
          <a:prstGeom prst="ellipse">
            <a:avLst/>
          </a:prstGeom>
          <a:solidFill>
            <a:srgbClr val="0077C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22960" y="640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2400" b="1" dirty="0" err="1">
                <a:solidFill>
                  <a:srgbClr val="FFFFFF"/>
                </a:solidFill>
                <a:latin typeface="Calibri" panose="020F0502020204030204" pitchFamily="34" charset="0"/>
                <a:ea typeface="Cambria" pitchFamily="34" charset="-122"/>
                <a:cs typeface="Calibri" panose="020F0502020204030204" pitchFamily="34" charset="0"/>
              </a:rPr>
              <a:t>קשי</a:t>
            </a:r>
            <a:r>
              <a:rPr lang="he-IL" sz="2400" b="1" dirty="0">
                <a:solidFill>
                  <a:srgbClr val="FFFFFF"/>
                </a:solidFill>
                <a:latin typeface="Calibri" panose="020F0502020204030204" pitchFamily="34" charset="0"/>
                <a:ea typeface="Cambria" pitchFamily="34" charset="-122"/>
                <a:cs typeface="Calibri" panose="020F0502020204030204" pitchFamily="34" charset="0"/>
              </a:rPr>
              <a:t>י</a:t>
            </a:r>
            <a:r>
              <a:rPr lang="en-US" sz="2400" b="1" dirty="0">
                <a:solidFill>
                  <a:srgbClr val="FFFFFF"/>
                </a:solidFill>
                <a:latin typeface="Calibri" panose="020F0502020204030204" pitchFamily="34" charset="0"/>
                <a:ea typeface="Cambria" pitchFamily="34" charset="-122"/>
                <a:cs typeface="Calibri" panose="020F0502020204030204" pitchFamily="34" charset="0"/>
              </a:rPr>
              <a:t>ם </a:t>
            </a:r>
            <a:r>
              <a:rPr lang="he-IL" sz="2400" b="1" dirty="0">
                <a:solidFill>
                  <a:srgbClr val="FFFFFF"/>
                </a:solidFill>
                <a:latin typeface="Calibri" panose="020F0502020204030204" pitchFamily="34" charset="0"/>
                <a:ea typeface="Cambria" pitchFamily="34" charset="-122"/>
                <a:cs typeface="Calibri" panose="020F0502020204030204" pitchFamily="34" charset="0"/>
              </a:rPr>
              <a:t>שהתעוררו לאורך הדרך</a:t>
            </a:r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10149840" y="1645920"/>
            <a:ext cx="128016" cy="128016"/>
          </a:xfrm>
          <a:prstGeom prst="ellipse">
            <a:avLst/>
          </a:prstGeom>
          <a:solidFill>
            <a:srgbClr val="00B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1554480"/>
            <a:ext cx="92354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 rtl="1">
              <a:buNone/>
            </a:pPr>
            <a:r>
              <a:rPr lang="en-US" sz="1400" dirty="0" err="1">
                <a:solidFill>
                  <a:srgbClr val="C8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עבודה</a:t>
            </a:r>
            <a:r>
              <a:rPr lang="en-US" sz="1400" dirty="0">
                <a:solidFill>
                  <a:srgbClr val="C8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על</a:t>
            </a:r>
            <a:r>
              <a:rPr lang="he-IL" sz="1400" dirty="0">
                <a:solidFill>
                  <a:srgbClr val="C8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>
                <a:solidFill>
                  <a:srgbClr val="C8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</a:t>
            </a:r>
            <a:r>
              <a:rPr lang="he-IL" sz="1400" dirty="0">
                <a:solidFill>
                  <a:srgbClr val="C8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>
                <a:solidFill>
                  <a:srgbClr val="C8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C8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בתוך</a:t>
            </a:r>
            <a:r>
              <a:rPr lang="he-IL" sz="1400" dirty="0">
                <a:solidFill>
                  <a:srgbClr val="C8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>
                <a:solidFill>
                  <a:srgbClr val="C8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</a:t>
            </a:r>
            <a:r>
              <a:rPr lang="he-IL" sz="1400" dirty="0">
                <a:solidFill>
                  <a:srgbClr val="C8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>
                <a:solidFill>
                  <a:srgbClr val="C8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על</a:t>
            </a:r>
            <a:r>
              <a:rPr lang="he-IL" sz="1400" dirty="0">
                <a:solidFill>
                  <a:srgbClr val="C8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>
                <a:solidFill>
                  <a:srgbClr val="C8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 (Apple Silicon)</a:t>
            </a:r>
            <a:r>
              <a:rPr lang="he-IL" sz="1400" dirty="0">
                <a:solidFill>
                  <a:srgbClr val="C8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לא ניתן לבצע "ג'ובים" של אוטומציה ועדכון אוטומטי </a:t>
            </a:r>
            <a:br>
              <a:rPr lang="en-US" sz="1400" dirty="0">
                <a:solidFill>
                  <a:srgbClr val="C8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he-IL" sz="1400" dirty="0">
                <a:solidFill>
                  <a:srgbClr val="C8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ישירות מ</a:t>
            </a:r>
            <a:r>
              <a:rPr lang="en-US" sz="1400" dirty="0">
                <a:solidFill>
                  <a:srgbClr val="C8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 </a:t>
            </a:r>
            <a:r>
              <a:rPr lang="he-IL" sz="1400" dirty="0">
                <a:solidFill>
                  <a:srgbClr val="C8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או דרך </a:t>
            </a:r>
            <a:r>
              <a:rPr lang="en-US" sz="1400" dirty="0">
                <a:solidFill>
                  <a:srgbClr val="C8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SSIS</a:t>
            </a:r>
            <a:r>
              <a:rPr lang="he-IL" sz="1400" dirty="0">
                <a:solidFill>
                  <a:srgbClr val="C8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149840" y="2331720"/>
            <a:ext cx="128016" cy="128016"/>
          </a:xfrm>
          <a:prstGeom prst="ellipse">
            <a:avLst/>
          </a:prstGeom>
          <a:solidFill>
            <a:srgbClr val="00B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22960" y="2240280"/>
            <a:ext cx="92354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rtl="1"/>
            <a:r>
              <a:rPr lang="he-IL" sz="1400" dirty="0">
                <a:solidFill>
                  <a:srgbClr val="C8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תיקון </a:t>
            </a:r>
            <a:r>
              <a:rPr lang="en-US" sz="1400" dirty="0">
                <a:solidFill>
                  <a:srgbClr val="C8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grain-integrity</a:t>
            </a:r>
            <a:r>
              <a:rPr lang="he-IL" sz="1400" dirty="0">
                <a:solidFill>
                  <a:srgbClr val="C8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אחרי גילוי </a:t>
            </a:r>
            <a:r>
              <a:rPr lang="en-US" sz="1400" dirty="0">
                <a:solidFill>
                  <a:srgbClr val="C8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fan-out</a:t>
            </a:r>
            <a:r>
              <a:rPr lang="he-IL" sz="1400" dirty="0">
                <a:solidFill>
                  <a:srgbClr val="C8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(עבר משם ל </a:t>
            </a:r>
            <a:r>
              <a:rPr lang="en-US" sz="1400" dirty="0">
                <a:solidFill>
                  <a:srgbClr val="C8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 Constellation</a:t>
            </a:r>
            <a:r>
              <a:rPr lang="he-IL" sz="1400" dirty="0">
                <a:solidFill>
                  <a:srgbClr val="C8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0149840" y="3017520"/>
            <a:ext cx="128016" cy="128016"/>
          </a:xfrm>
          <a:prstGeom prst="ellipse">
            <a:avLst/>
          </a:prstGeom>
          <a:solidFill>
            <a:srgbClr val="00B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22960" y="2926080"/>
            <a:ext cx="92354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 rtl="1">
              <a:buNone/>
            </a:pPr>
            <a:r>
              <a:rPr lang="he-IL" sz="1400" dirty="0">
                <a:solidFill>
                  <a:srgbClr val="C8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ריבוי כיווני חקירה.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0149840" y="3703320"/>
            <a:ext cx="128016" cy="128016"/>
          </a:xfrm>
          <a:prstGeom prst="ellipse">
            <a:avLst/>
          </a:prstGeom>
          <a:solidFill>
            <a:srgbClr val="00B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22960" y="3611880"/>
            <a:ext cx="92354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 rtl="1">
              <a:buNone/>
            </a:pPr>
            <a:r>
              <a:rPr lang="he-IL" sz="1400" dirty="0">
                <a:solidFill>
                  <a:srgbClr val="C8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עבודה עם ממשק חדש של </a:t>
            </a:r>
            <a:r>
              <a:rPr lang="en-US" sz="1400" dirty="0">
                <a:solidFill>
                  <a:srgbClr val="C8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r>
              <a:rPr lang="he-IL" sz="1400" dirty="0">
                <a:solidFill>
                  <a:srgbClr val="C8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עלו מספר אתגרים לאורך הדרך, החל בסידור עמודות בסדר רוצי, ויצירת קבוצות , ועד ליצירת </a:t>
            </a:r>
            <a:r>
              <a:rPr lang="en-US" sz="1400" dirty="0">
                <a:solidFill>
                  <a:srgbClr val="C8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Bookmarks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" y="51206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3200" b="1" dirty="0" err="1">
                <a:solidFill>
                  <a:srgbClr val="FFFFFF"/>
                </a:solidFill>
                <a:latin typeface="Calibri" panose="020F0502020204030204" pitchFamily="34" charset="0"/>
                <a:ea typeface="Cambria" pitchFamily="34" charset="-122"/>
                <a:cs typeface="Calibri" panose="020F0502020204030204" pitchFamily="34" charset="0"/>
              </a:rPr>
              <a:t>תודה</a:t>
            </a:r>
            <a:r>
              <a:rPr lang="he-IL" sz="3200" b="1" dirty="0">
                <a:solidFill>
                  <a:srgbClr val="FFFFFF"/>
                </a:solidFill>
                <a:latin typeface="Calibri" panose="020F0502020204030204" pitchFamily="34" charset="0"/>
                <a:ea typeface="Cambria" pitchFamily="34" charset="-122"/>
                <a:cs typeface="Calibri" panose="020F0502020204030204" pitchFamily="34" charset="0"/>
              </a:rPr>
              <a:t> רבה</a:t>
            </a:r>
            <a:endParaRPr lang="en-US" sz="3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145743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1844</TotalTime>
  <Words>1300</Words>
  <Application>Microsoft Office PowerPoint</Application>
  <PresentationFormat>Widescreen</PresentationFormat>
  <Paragraphs>193</Paragraphs>
  <Slides>16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Cambria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Tomer Choresh</cp:lastModifiedBy>
  <cp:revision>3</cp:revision>
  <dcterms:created xsi:type="dcterms:W3CDTF">2026-08-20T09:10:33Z</dcterms:created>
  <dcterms:modified xsi:type="dcterms:W3CDTF">2026-08-24T05:56:41Z</dcterms:modified>
</cp:coreProperties>
</file>